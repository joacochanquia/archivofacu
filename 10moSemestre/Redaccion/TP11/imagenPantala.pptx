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708" autoAdjust="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544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4565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4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4034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461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564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2614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602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575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313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329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8313E-C36A-4ABA-A2DA-14623E09480C}" type="datetimeFigureOut">
              <a:rPr lang="es-AR" smtClean="0"/>
              <a:t>29/10/2025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8AF98-DE1C-4975-B39D-4A6DF35B5E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825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D8F34E3-AC38-A8AF-26FC-47A6169CABF7}"/>
              </a:ext>
            </a:extLst>
          </p:cNvPr>
          <p:cNvSpPr txBox="1"/>
          <p:nvPr/>
        </p:nvSpPr>
        <p:spPr>
          <a:xfrm>
            <a:off x="3633281" y="826851"/>
            <a:ext cx="18774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SIMCAL</a:t>
            </a:r>
            <a:endParaRPr lang="es-AR" sz="4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2F1B2E-C397-3C4F-0FB5-0AD18BEBAB82}"/>
              </a:ext>
            </a:extLst>
          </p:cNvPr>
          <p:cNvSpPr txBox="1"/>
          <p:nvPr/>
        </p:nvSpPr>
        <p:spPr>
          <a:xfrm>
            <a:off x="1721794" y="1757518"/>
            <a:ext cx="5700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srgbClr val="00B050"/>
                </a:solidFill>
                <a:latin typeface="Consolas" panose="020B0609020204030204" pitchFamily="49" charset="0"/>
              </a:rPr>
              <a:t>INSTALACIÓN EXITOSA</a:t>
            </a:r>
            <a:endParaRPr lang="es-AR" sz="36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1DA0CD0-4688-C590-2374-3D283BC8EEE9}"/>
              </a:ext>
            </a:extLst>
          </p:cNvPr>
          <p:cNvSpPr txBox="1"/>
          <p:nvPr/>
        </p:nvSpPr>
        <p:spPr>
          <a:xfrm>
            <a:off x="1478603" y="2626630"/>
            <a:ext cx="62451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Caudalímetro							✅</a:t>
            </a:r>
          </a:p>
          <a:p>
            <a:r>
              <a:rPr lang="es-ES" sz="32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Sensor de aire						✅</a:t>
            </a:r>
          </a:p>
          <a:p>
            <a:r>
              <a:rPr lang="es-ES" sz="32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Sensor de suelo					✅</a:t>
            </a:r>
          </a:p>
          <a:p>
            <a:r>
              <a:rPr lang="es-ES" sz="32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Comunicaciones</a:t>
            </a:r>
            <a:r>
              <a:rPr lang="es-AR" sz="3200" dirty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</a:rPr>
              <a:t>						✅</a:t>
            </a:r>
            <a:endParaRPr lang="es-ES" sz="3200" dirty="0">
              <a:solidFill>
                <a:schemeClr val="bg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2729962-8C3B-53D4-3433-95137D6FBCA5}"/>
              </a:ext>
            </a:extLst>
          </p:cNvPr>
          <p:cNvSpPr txBox="1"/>
          <p:nvPr/>
        </p:nvSpPr>
        <p:spPr>
          <a:xfrm>
            <a:off x="4179101" y="4950426"/>
            <a:ext cx="785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OK</a:t>
            </a:r>
            <a:endParaRPr lang="es-AR" sz="3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16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40</Words>
  <Application>Microsoft Office PowerPoint</Application>
  <PresentationFormat>Presentación en pantalla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Joaquin Chanquia</dc:creator>
  <cp:lastModifiedBy>Joaquin Chanquia</cp:lastModifiedBy>
  <cp:revision>1</cp:revision>
  <dcterms:created xsi:type="dcterms:W3CDTF">2025-10-30T00:53:21Z</dcterms:created>
  <dcterms:modified xsi:type="dcterms:W3CDTF">2025-10-30T01:10:13Z</dcterms:modified>
</cp:coreProperties>
</file>