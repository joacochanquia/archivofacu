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7"/>
  </p:notesMasterIdLst>
  <p:sldIdLst>
    <p:sldId id="256" r:id="rId5"/>
    <p:sldId id="257" r:id="rId6"/>
    <p:sldId id="258" r:id="rId7"/>
    <p:sldId id="261" r:id="rId8"/>
    <p:sldId id="262" r:id="rId9"/>
    <p:sldId id="259" r:id="rId10"/>
    <p:sldId id="267" r:id="rId11"/>
    <p:sldId id="268" r:id="rId12"/>
    <p:sldId id="263" r:id="rId13"/>
    <p:sldId id="265" r:id="rId14"/>
    <p:sldId id="264" r:id="rId15"/>
    <p:sldId id="266" r:id="rId1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6FAB4-5128-4B4A-89BF-EC674B5495A3}" v="60" dt="2025-09-12T21:46:24.439"/>
    <p1510:client id="{8C619041-95FE-4312-BC0E-E25939E4A7F2}" v="2" dt="2025-09-12T15:32:11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BDECF8-D2D4-4EBB-A106-2F62814DE30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8F23F8-6A71-4A1C-BA42-2B0473F9C3E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Reconocer al menos cinco gestos estáticos.</a:t>
          </a:r>
          <a:endParaRPr lang="en-US"/>
        </a:p>
      </dgm:t>
    </dgm:pt>
    <dgm:pt modelId="{186773EB-6BD1-4906-8674-821DC7560322}" type="parTrans" cxnId="{52172784-F6D8-4C14-83DA-EB8DB633488E}">
      <dgm:prSet/>
      <dgm:spPr/>
      <dgm:t>
        <a:bodyPr/>
        <a:lstStyle/>
        <a:p>
          <a:endParaRPr lang="en-US"/>
        </a:p>
      </dgm:t>
    </dgm:pt>
    <dgm:pt modelId="{A2F01B9C-8949-4D5F-924A-5557AB5B8374}" type="sibTrans" cxnId="{52172784-F6D8-4C14-83DA-EB8DB633488E}">
      <dgm:prSet/>
      <dgm:spPr/>
      <dgm:t>
        <a:bodyPr/>
        <a:lstStyle/>
        <a:p>
          <a:endParaRPr lang="en-US"/>
        </a:p>
      </dgm:t>
    </dgm:pt>
    <dgm:pt modelId="{DA9914DE-5A95-41C5-B592-B9B23244DE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dirty="0"/>
            <a:t>Mostrar la imagen de la cámara en una interfaz web, con la sobreimpresión de los puntos y la cantidad de FPS alcanzados.</a:t>
          </a:r>
          <a:endParaRPr lang="en-US" dirty="0"/>
        </a:p>
      </dgm:t>
    </dgm:pt>
    <dgm:pt modelId="{69BB8AA2-15EE-4EFA-9987-3B6D608A5F9F}" type="parTrans" cxnId="{357D7746-1547-4796-B4CF-E5EB8FFCFD64}">
      <dgm:prSet/>
      <dgm:spPr/>
      <dgm:t>
        <a:bodyPr/>
        <a:lstStyle/>
        <a:p>
          <a:endParaRPr lang="en-US"/>
        </a:p>
      </dgm:t>
    </dgm:pt>
    <dgm:pt modelId="{75AB5801-5F39-4F6B-8281-34C653E71E25}" type="sibTrans" cxnId="{357D7746-1547-4796-B4CF-E5EB8FFCFD64}">
      <dgm:prSet/>
      <dgm:spPr/>
      <dgm:t>
        <a:bodyPr/>
        <a:lstStyle/>
        <a:p>
          <a:endParaRPr lang="en-US"/>
        </a:p>
      </dgm:t>
    </dgm:pt>
    <dgm:pt modelId="{82C8098B-1142-4FEE-9FDB-E9A08DCA8ED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Enviar los gestos reconocidos al </a:t>
          </a:r>
          <a:r>
            <a:rPr lang="es-ES" err="1"/>
            <a:t>NodeMCU</a:t>
          </a:r>
          <a:r>
            <a:rPr lang="es-ES"/>
            <a:t>.</a:t>
          </a:r>
          <a:endParaRPr lang="en-US"/>
        </a:p>
      </dgm:t>
    </dgm:pt>
    <dgm:pt modelId="{1DA6DE15-E62E-4D3F-8116-AF48B75D8E67}" type="parTrans" cxnId="{FD810936-BF52-4F46-975C-FDF01D37087D}">
      <dgm:prSet/>
      <dgm:spPr/>
      <dgm:t>
        <a:bodyPr/>
        <a:lstStyle/>
        <a:p>
          <a:endParaRPr lang="en-US"/>
        </a:p>
      </dgm:t>
    </dgm:pt>
    <dgm:pt modelId="{0B7929BC-2F09-4718-B77D-4D0C1E98FD57}" type="sibTrans" cxnId="{FD810936-BF52-4F46-975C-FDF01D37087D}">
      <dgm:prSet/>
      <dgm:spPr/>
      <dgm:t>
        <a:bodyPr/>
        <a:lstStyle/>
        <a:p>
          <a:endParaRPr lang="en-US"/>
        </a:p>
      </dgm:t>
    </dgm:pt>
    <dgm:pt modelId="{8BB054BF-156A-4EC8-85D5-2EC27D305FC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Reflejar cada gesto en una acción específica del autito.</a:t>
          </a:r>
          <a:endParaRPr lang="en-US"/>
        </a:p>
      </dgm:t>
    </dgm:pt>
    <dgm:pt modelId="{48101CE0-1FC9-4512-8AF7-1E3BF2123642}" type="parTrans" cxnId="{26B3910E-8041-4556-A3AB-9F1542EC0885}">
      <dgm:prSet/>
      <dgm:spPr/>
      <dgm:t>
        <a:bodyPr/>
        <a:lstStyle/>
        <a:p>
          <a:endParaRPr lang="en-US"/>
        </a:p>
      </dgm:t>
    </dgm:pt>
    <dgm:pt modelId="{46A357F8-9F94-4E90-88D2-F5FD1278C409}" type="sibTrans" cxnId="{26B3910E-8041-4556-A3AB-9F1542EC0885}">
      <dgm:prSet/>
      <dgm:spPr/>
      <dgm:t>
        <a:bodyPr/>
        <a:lstStyle/>
        <a:p>
          <a:endParaRPr lang="en-US"/>
        </a:p>
      </dgm:t>
    </dgm:pt>
    <dgm:pt modelId="{24611365-33B1-43A6-B71F-36F99C60713B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dirty="0"/>
            <a:t> </a:t>
          </a:r>
          <a:r>
            <a:rPr lang="es-ES" dirty="0">
              <a:solidFill>
                <a:schemeClr val="tx1"/>
              </a:solidFill>
            </a:rPr>
            <a:t>Investigar el funcionamiento del modelo de </a:t>
          </a:r>
          <a:r>
            <a:rPr lang="es-ES" dirty="0" err="1">
              <a:solidFill>
                <a:schemeClr val="tx1"/>
              </a:solidFill>
            </a:rPr>
            <a:t>MediaPipe</a:t>
          </a:r>
          <a:r>
            <a:rPr lang="es-ES" dirty="0">
              <a:solidFill>
                <a:schemeClr val="tx1"/>
              </a:solidFill>
            </a:rPr>
            <a:t> de </a:t>
          </a:r>
          <a:r>
            <a:rPr lang="es-ES" dirty="0" err="1">
              <a:solidFill>
                <a:schemeClr val="tx1"/>
              </a:solidFill>
            </a:rPr>
            <a:t>google</a:t>
          </a:r>
          <a:endParaRPr lang="es-ES" dirty="0">
            <a:solidFill>
              <a:schemeClr val="tx1"/>
            </a:solidFill>
          </a:endParaRPr>
        </a:p>
      </dgm:t>
    </dgm:pt>
    <dgm:pt modelId="{BC83C78C-338C-432D-8A9F-F68ED17D86D7}" type="parTrans" cxnId="{A35837E1-E74C-4AFE-99FE-1DDCFD435485}">
      <dgm:prSet/>
      <dgm:spPr/>
      <dgm:t>
        <a:bodyPr/>
        <a:lstStyle/>
        <a:p>
          <a:endParaRPr lang="es-AR"/>
        </a:p>
      </dgm:t>
    </dgm:pt>
    <dgm:pt modelId="{2ACF109B-DE0F-4528-A4D2-45EF5BD67BC1}" type="sibTrans" cxnId="{A35837E1-E74C-4AFE-99FE-1DDCFD435485}">
      <dgm:prSet/>
      <dgm:spPr/>
      <dgm:t>
        <a:bodyPr/>
        <a:lstStyle/>
        <a:p>
          <a:endParaRPr lang="es-AR"/>
        </a:p>
      </dgm:t>
    </dgm:pt>
    <dgm:pt modelId="{E8CF4912-FDCC-4EA5-BE92-BB1188085CEB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Implementar el modelo de detección de palma de </a:t>
          </a:r>
          <a:r>
            <a:rPr lang="es-ES" err="1"/>
            <a:t>MediaPipe</a:t>
          </a:r>
          <a:r>
            <a:rPr lang="es-ES"/>
            <a:t>.</a:t>
          </a:r>
          <a:endParaRPr lang="en-US"/>
        </a:p>
      </dgm:t>
    </dgm:pt>
    <dgm:pt modelId="{27A89314-C38D-4EBE-97C6-7F0796830D88}" type="parTrans" cxnId="{8F202813-9055-4C1E-934C-F1CC0C70D899}">
      <dgm:prSet/>
      <dgm:spPr/>
      <dgm:t>
        <a:bodyPr/>
        <a:lstStyle/>
        <a:p>
          <a:endParaRPr lang="es-AR"/>
        </a:p>
      </dgm:t>
    </dgm:pt>
    <dgm:pt modelId="{C3F480FD-A65F-4DE5-B1BC-5515CD5DAA74}" type="sibTrans" cxnId="{8F202813-9055-4C1E-934C-F1CC0C70D899}">
      <dgm:prSet/>
      <dgm:spPr/>
      <dgm:t>
        <a:bodyPr/>
        <a:lstStyle/>
        <a:p>
          <a:endParaRPr lang="es-AR"/>
        </a:p>
      </dgm:t>
    </dgm:pt>
    <dgm:pt modelId="{77FA4743-7F45-4A0E-AC3A-C0E5A1D45E84}" type="pres">
      <dgm:prSet presAssocID="{4BBDECF8-D2D4-4EBB-A106-2F62814DE307}" presName="root" presStyleCnt="0">
        <dgm:presLayoutVars>
          <dgm:dir/>
          <dgm:resizeHandles val="exact"/>
        </dgm:presLayoutVars>
      </dgm:prSet>
      <dgm:spPr/>
    </dgm:pt>
    <dgm:pt modelId="{B539AD54-D90F-4254-BECA-2ADC0901A1BC}" type="pres">
      <dgm:prSet presAssocID="{24611365-33B1-43A6-B71F-36F99C60713B}" presName="compNode" presStyleCnt="0"/>
      <dgm:spPr/>
    </dgm:pt>
    <dgm:pt modelId="{413B2BA2-41A8-475A-AB03-A187A7FE9BEF}" type="pres">
      <dgm:prSet presAssocID="{24611365-33B1-43A6-B71F-36F99C60713B}" presName="iconBgRect" presStyleLbl="bgShp" presStyleIdx="0" presStyleCnt="6"/>
      <dgm:spPr/>
    </dgm:pt>
    <dgm:pt modelId="{F6F9136D-365F-4554-B0DF-54DE54A20812}" type="pres">
      <dgm:prSet presAssocID="{24611365-33B1-43A6-B71F-36F99C60713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55A8D7C-4FE0-4361-A43C-87D3CCAEC65B}" type="pres">
      <dgm:prSet presAssocID="{24611365-33B1-43A6-B71F-36F99C60713B}" presName="spaceRect" presStyleCnt="0"/>
      <dgm:spPr/>
    </dgm:pt>
    <dgm:pt modelId="{1915D8A7-7120-4D78-B7EB-C39C4DB56FC3}" type="pres">
      <dgm:prSet presAssocID="{24611365-33B1-43A6-B71F-36F99C60713B}" presName="textRect" presStyleLbl="revTx" presStyleIdx="0" presStyleCnt="6">
        <dgm:presLayoutVars>
          <dgm:chMax val="1"/>
          <dgm:chPref val="1"/>
        </dgm:presLayoutVars>
      </dgm:prSet>
      <dgm:spPr/>
    </dgm:pt>
    <dgm:pt modelId="{1CF433BC-B1DD-42D4-857B-F5C4F3DF2B8A}" type="pres">
      <dgm:prSet presAssocID="{2ACF109B-DE0F-4528-A4D2-45EF5BD67BC1}" presName="sibTrans" presStyleCnt="0"/>
      <dgm:spPr/>
    </dgm:pt>
    <dgm:pt modelId="{1E3FD840-624D-42F0-8FFA-16AB8BC05224}" type="pres">
      <dgm:prSet presAssocID="{E8CF4912-FDCC-4EA5-BE92-BB1188085CEB}" presName="compNode" presStyleCnt="0"/>
      <dgm:spPr/>
    </dgm:pt>
    <dgm:pt modelId="{B49B7F4E-4000-413C-9FFF-DDAEF785E095}" type="pres">
      <dgm:prSet presAssocID="{E8CF4912-FDCC-4EA5-BE92-BB1188085CEB}" presName="iconBgRect" presStyleLbl="bgShp" presStyleIdx="1" presStyleCnt="6"/>
      <dgm:spPr/>
    </dgm:pt>
    <dgm:pt modelId="{34EF8EBD-152D-4C1B-95EE-7D8D932FA866}" type="pres">
      <dgm:prSet presAssocID="{E8CF4912-FDCC-4EA5-BE92-BB1188085CE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nguaje de Signos con relleno sólido"/>
        </a:ext>
      </dgm:extLst>
    </dgm:pt>
    <dgm:pt modelId="{AE038CE7-E132-48E2-834F-4BA745834DFF}" type="pres">
      <dgm:prSet presAssocID="{E8CF4912-FDCC-4EA5-BE92-BB1188085CEB}" presName="spaceRect" presStyleCnt="0"/>
      <dgm:spPr/>
    </dgm:pt>
    <dgm:pt modelId="{AA3A38F9-331A-4F78-89F0-9CDAEAB70CDA}" type="pres">
      <dgm:prSet presAssocID="{E8CF4912-FDCC-4EA5-BE92-BB1188085CEB}" presName="textRect" presStyleLbl="revTx" presStyleIdx="1" presStyleCnt="6">
        <dgm:presLayoutVars>
          <dgm:chMax val="1"/>
          <dgm:chPref val="1"/>
        </dgm:presLayoutVars>
      </dgm:prSet>
      <dgm:spPr/>
    </dgm:pt>
    <dgm:pt modelId="{FCBF0CA9-865B-4ACA-B97F-44FECEF3CF9D}" type="pres">
      <dgm:prSet presAssocID="{C3F480FD-A65F-4DE5-B1BC-5515CD5DAA74}" presName="sibTrans" presStyleCnt="0"/>
      <dgm:spPr/>
    </dgm:pt>
    <dgm:pt modelId="{F23D7C50-68A0-44F9-9C33-F8DF4126B9A6}" type="pres">
      <dgm:prSet presAssocID="{908F23F8-6A71-4A1C-BA42-2B0473F9C3E3}" presName="compNode" presStyleCnt="0"/>
      <dgm:spPr/>
    </dgm:pt>
    <dgm:pt modelId="{5CCAFEAA-F27C-49EC-A2E5-491E2D65EC56}" type="pres">
      <dgm:prSet presAssocID="{908F23F8-6A71-4A1C-BA42-2B0473F9C3E3}" presName="iconBgRect" presStyleLbl="bgShp" presStyleIdx="2" presStyleCnt="6"/>
      <dgm:spPr/>
    </dgm:pt>
    <dgm:pt modelId="{75117D6F-57D7-4C36-B188-99F553E6BD09}" type="pres">
      <dgm:prSet presAssocID="{908F23F8-6A71-4A1C-BA42-2B0473F9C3E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no levantada con relleno sólido"/>
        </a:ext>
      </dgm:extLst>
    </dgm:pt>
    <dgm:pt modelId="{9C3BDD0C-ABA3-4A9F-B59F-BA98CEF3AA73}" type="pres">
      <dgm:prSet presAssocID="{908F23F8-6A71-4A1C-BA42-2B0473F9C3E3}" presName="spaceRect" presStyleCnt="0"/>
      <dgm:spPr/>
    </dgm:pt>
    <dgm:pt modelId="{54DE0D79-1DA5-4094-BAC7-B705A66D1001}" type="pres">
      <dgm:prSet presAssocID="{908F23F8-6A71-4A1C-BA42-2B0473F9C3E3}" presName="textRect" presStyleLbl="revTx" presStyleIdx="2" presStyleCnt="6">
        <dgm:presLayoutVars>
          <dgm:chMax val="1"/>
          <dgm:chPref val="1"/>
        </dgm:presLayoutVars>
      </dgm:prSet>
      <dgm:spPr/>
    </dgm:pt>
    <dgm:pt modelId="{AF6189C7-1A86-4F50-8082-86F524CB5DC5}" type="pres">
      <dgm:prSet presAssocID="{A2F01B9C-8949-4D5F-924A-5557AB5B8374}" presName="sibTrans" presStyleCnt="0"/>
      <dgm:spPr/>
    </dgm:pt>
    <dgm:pt modelId="{64C753DC-0EEB-4F82-82F3-736764A73D34}" type="pres">
      <dgm:prSet presAssocID="{DA9914DE-5A95-41C5-B592-B9B23244DE6D}" presName="compNode" presStyleCnt="0"/>
      <dgm:spPr/>
    </dgm:pt>
    <dgm:pt modelId="{7A136997-946B-4AF9-8C14-C795D27967E2}" type="pres">
      <dgm:prSet presAssocID="{DA9914DE-5A95-41C5-B592-B9B23244DE6D}" presName="iconBgRect" presStyleLbl="bgShp" presStyleIdx="3" presStyleCnt="6"/>
      <dgm:spPr/>
    </dgm:pt>
    <dgm:pt modelId="{2FC5FA6E-BC0F-413A-AC0C-3157F1E18EE9}" type="pres">
      <dgm:prSet presAssocID="{DA9914DE-5A95-41C5-B592-B9B23244DE6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D203E7D-FC6E-429A-B1DA-0D4F9027E306}" type="pres">
      <dgm:prSet presAssocID="{DA9914DE-5A95-41C5-B592-B9B23244DE6D}" presName="spaceRect" presStyleCnt="0"/>
      <dgm:spPr/>
    </dgm:pt>
    <dgm:pt modelId="{1D6B93F3-5E38-4419-A77E-327B4202022E}" type="pres">
      <dgm:prSet presAssocID="{DA9914DE-5A95-41C5-B592-B9B23244DE6D}" presName="textRect" presStyleLbl="revTx" presStyleIdx="3" presStyleCnt="6">
        <dgm:presLayoutVars>
          <dgm:chMax val="1"/>
          <dgm:chPref val="1"/>
        </dgm:presLayoutVars>
      </dgm:prSet>
      <dgm:spPr/>
    </dgm:pt>
    <dgm:pt modelId="{8164EC94-58A5-4D53-A2A2-FE853E2E0476}" type="pres">
      <dgm:prSet presAssocID="{75AB5801-5F39-4F6B-8281-34C653E71E25}" presName="sibTrans" presStyleCnt="0"/>
      <dgm:spPr/>
    </dgm:pt>
    <dgm:pt modelId="{7325E024-A44D-40DD-A680-FEA7356AD214}" type="pres">
      <dgm:prSet presAssocID="{82C8098B-1142-4FEE-9FDB-E9A08DCA8ED3}" presName="compNode" presStyleCnt="0"/>
      <dgm:spPr/>
    </dgm:pt>
    <dgm:pt modelId="{22966E22-7AFA-46ED-B559-62E771B260F0}" type="pres">
      <dgm:prSet presAssocID="{82C8098B-1142-4FEE-9FDB-E9A08DCA8ED3}" presName="iconBgRect" presStyleLbl="bgShp" presStyleIdx="4" presStyleCnt="6"/>
      <dgm:spPr/>
    </dgm:pt>
    <dgm:pt modelId="{E1933EF8-97D9-4E30-B34F-9A1D30368F55}" type="pres">
      <dgm:prSet presAssocID="{82C8098B-1142-4FEE-9FDB-E9A08DCA8ED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5AC330DC-1A44-4B36-9A77-35395E958717}" type="pres">
      <dgm:prSet presAssocID="{82C8098B-1142-4FEE-9FDB-E9A08DCA8ED3}" presName="spaceRect" presStyleCnt="0"/>
      <dgm:spPr/>
    </dgm:pt>
    <dgm:pt modelId="{1AF1F19A-52C7-4613-BBA4-D55BE3AC6F29}" type="pres">
      <dgm:prSet presAssocID="{82C8098B-1142-4FEE-9FDB-E9A08DCA8ED3}" presName="textRect" presStyleLbl="revTx" presStyleIdx="4" presStyleCnt="6">
        <dgm:presLayoutVars>
          <dgm:chMax val="1"/>
          <dgm:chPref val="1"/>
        </dgm:presLayoutVars>
      </dgm:prSet>
      <dgm:spPr/>
    </dgm:pt>
    <dgm:pt modelId="{4CE31E9D-6590-43AB-8CE6-DF998E243E7D}" type="pres">
      <dgm:prSet presAssocID="{0B7929BC-2F09-4718-B77D-4D0C1E98FD57}" presName="sibTrans" presStyleCnt="0"/>
      <dgm:spPr/>
    </dgm:pt>
    <dgm:pt modelId="{A000A324-1034-48A3-B50D-6E3E00F91577}" type="pres">
      <dgm:prSet presAssocID="{8BB054BF-156A-4EC8-85D5-2EC27D305FC9}" presName="compNode" presStyleCnt="0"/>
      <dgm:spPr/>
    </dgm:pt>
    <dgm:pt modelId="{EBE287C4-90BB-4376-B33A-EF57293811AB}" type="pres">
      <dgm:prSet presAssocID="{8BB054BF-156A-4EC8-85D5-2EC27D305FC9}" presName="iconBgRect" presStyleLbl="bgShp" presStyleIdx="5" presStyleCnt="6"/>
      <dgm:spPr/>
    </dgm:pt>
    <dgm:pt modelId="{E90F8C45-98F9-4303-85C4-13CD8942E431}" type="pres">
      <dgm:prSet presAssocID="{8BB054BF-156A-4EC8-85D5-2EC27D305FC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 con relleno sólido"/>
        </a:ext>
      </dgm:extLst>
    </dgm:pt>
    <dgm:pt modelId="{40406F04-0BC0-451E-BA73-2D1F4FF59E3A}" type="pres">
      <dgm:prSet presAssocID="{8BB054BF-156A-4EC8-85D5-2EC27D305FC9}" presName="spaceRect" presStyleCnt="0"/>
      <dgm:spPr/>
    </dgm:pt>
    <dgm:pt modelId="{1696241C-1CCD-4DC6-8DAC-C8A02B253699}" type="pres">
      <dgm:prSet presAssocID="{8BB054BF-156A-4EC8-85D5-2EC27D305FC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6B3910E-8041-4556-A3AB-9F1542EC0885}" srcId="{4BBDECF8-D2D4-4EBB-A106-2F62814DE307}" destId="{8BB054BF-156A-4EC8-85D5-2EC27D305FC9}" srcOrd="5" destOrd="0" parTransId="{48101CE0-1FC9-4512-8AF7-1E3BF2123642}" sibTransId="{46A357F8-9F94-4E90-88D2-F5FD1278C409}"/>
    <dgm:cxn modelId="{8F202813-9055-4C1E-934C-F1CC0C70D899}" srcId="{4BBDECF8-D2D4-4EBB-A106-2F62814DE307}" destId="{E8CF4912-FDCC-4EA5-BE92-BB1188085CEB}" srcOrd="1" destOrd="0" parTransId="{27A89314-C38D-4EBE-97C6-7F0796830D88}" sibTransId="{C3F480FD-A65F-4DE5-B1BC-5515CD5DAA74}"/>
    <dgm:cxn modelId="{893C3028-EA3D-4304-A1C4-FDEA0CA16C8B}" type="presOf" srcId="{8BB054BF-156A-4EC8-85D5-2EC27D305FC9}" destId="{1696241C-1CCD-4DC6-8DAC-C8A02B253699}" srcOrd="0" destOrd="0" presId="urn:microsoft.com/office/officeart/2018/5/layout/IconCircleLabelList"/>
    <dgm:cxn modelId="{F0D36B32-2F68-4EF6-BC75-E6722F297816}" type="presOf" srcId="{4BBDECF8-D2D4-4EBB-A106-2F62814DE307}" destId="{77FA4743-7F45-4A0E-AC3A-C0E5A1D45E84}" srcOrd="0" destOrd="0" presId="urn:microsoft.com/office/officeart/2018/5/layout/IconCircleLabelList"/>
    <dgm:cxn modelId="{27B0B635-37CC-468D-9CDA-DF1DFCCD80A0}" type="presOf" srcId="{82C8098B-1142-4FEE-9FDB-E9A08DCA8ED3}" destId="{1AF1F19A-52C7-4613-BBA4-D55BE3AC6F29}" srcOrd="0" destOrd="0" presId="urn:microsoft.com/office/officeart/2018/5/layout/IconCircleLabelList"/>
    <dgm:cxn modelId="{FD810936-BF52-4F46-975C-FDF01D37087D}" srcId="{4BBDECF8-D2D4-4EBB-A106-2F62814DE307}" destId="{82C8098B-1142-4FEE-9FDB-E9A08DCA8ED3}" srcOrd="4" destOrd="0" parTransId="{1DA6DE15-E62E-4D3F-8116-AF48B75D8E67}" sibTransId="{0B7929BC-2F09-4718-B77D-4D0C1E98FD57}"/>
    <dgm:cxn modelId="{357D7746-1547-4796-B4CF-E5EB8FFCFD64}" srcId="{4BBDECF8-D2D4-4EBB-A106-2F62814DE307}" destId="{DA9914DE-5A95-41C5-B592-B9B23244DE6D}" srcOrd="3" destOrd="0" parTransId="{69BB8AA2-15EE-4EFA-9987-3B6D608A5F9F}" sibTransId="{75AB5801-5F39-4F6B-8281-34C653E71E25}"/>
    <dgm:cxn modelId="{43E1464C-F297-44E9-8CE9-330D5CE5B9FC}" type="presOf" srcId="{908F23F8-6A71-4A1C-BA42-2B0473F9C3E3}" destId="{54DE0D79-1DA5-4094-BAC7-B705A66D1001}" srcOrd="0" destOrd="0" presId="urn:microsoft.com/office/officeart/2018/5/layout/IconCircleLabelList"/>
    <dgm:cxn modelId="{52172784-F6D8-4C14-83DA-EB8DB633488E}" srcId="{4BBDECF8-D2D4-4EBB-A106-2F62814DE307}" destId="{908F23F8-6A71-4A1C-BA42-2B0473F9C3E3}" srcOrd="2" destOrd="0" parTransId="{186773EB-6BD1-4906-8674-821DC7560322}" sibTransId="{A2F01B9C-8949-4D5F-924A-5557AB5B8374}"/>
    <dgm:cxn modelId="{5F53A29E-C651-425C-9963-5DC347AA871A}" type="presOf" srcId="{DA9914DE-5A95-41C5-B592-B9B23244DE6D}" destId="{1D6B93F3-5E38-4419-A77E-327B4202022E}" srcOrd="0" destOrd="0" presId="urn:microsoft.com/office/officeart/2018/5/layout/IconCircleLabelList"/>
    <dgm:cxn modelId="{9B063FB3-2A4A-4333-8B56-8521C6B30500}" type="presOf" srcId="{E8CF4912-FDCC-4EA5-BE92-BB1188085CEB}" destId="{AA3A38F9-331A-4F78-89F0-9CDAEAB70CDA}" srcOrd="0" destOrd="0" presId="urn:microsoft.com/office/officeart/2018/5/layout/IconCircleLabelList"/>
    <dgm:cxn modelId="{A35837E1-E74C-4AFE-99FE-1DDCFD435485}" srcId="{4BBDECF8-D2D4-4EBB-A106-2F62814DE307}" destId="{24611365-33B1-43A6-B71F-36F99C60713B}" srcOrd="0" destOrd="0" parTransId="{BC83C78C-338C-432D-8A9F-F68ED17D86D7}" sibTransId="{2ACF109B-DE0F-4528-A4D2-45EF5BD67BC1}"/>
    <dgm:cxn modelId="{DF6A76EF-6C92-4804-981F-E0B070E35616}" type="presOf" srcId="{24611365-33B1-43A6-B71F-36F99C60713B}" destId="{1915D8A7-7120-4D78-B7EB-C39C4DB56FC3}" srcOrd="0" destOrd="0" presId="urn:microsoft.com/office/officeart/2018/5/layout/IconCircleLabelList"/>
    <dgm:cxn modelId="{E5579DE6-7AEA-47CC-B790-95D4395C5D4C}" type="presParOf" srcId="{77FA4743-7F45-4A0E-AC3A-C0E5A1D45E84}" destId="{B539AD54-D90F-4254-BECA-2ADC0901A1BC}" srcOrd="0" destOrd="0" presId="urn:microsoft.com/office/officeart/2018/5/layout/IconCircleLabelList"/>
    <dgm:cxn modelId="{8BD847D7-37A0-46EE-BB7C-1F9A773BB404}" type="presParOf" srcId="{B539AD54-D90F-4254-BECA-2ADC0901A1BC}" destId="{413B2BA2-41A8-475A-AB03-A187A7FE9BEF}" srcOrd="0" destOrd="0" presId="urn:microsoft.com/office/officeart/2018/5/layout/IconCircleLabelList"/>
    <dgm:cxn modelId="{A1B34A22-3637-42BC-B41B-AAF4D3EC50C6}" type="presParOf" srcId="{B539AD54-D90F-4254-BECA-2ADC0901A1BC}" destId="{F6F9136D-365F-4554-B0DF-54DE54A20812}" srcOrd="1" destOrd="0" presId="urn:microsoft.com/office/officeart/2018/5/layout/IconCircleLabelList"/>
    <dgm:cxn modelId="{6B31170F-6D0A-4403-8E65-BF742BA09DD8}" type="presParOf" srcId="{B539AD54-D90F-4254-BECA-2ADC0901A1BC}" destId="{C55A8D7C-4FE0-4361-A43C-87D3CCAEC65B}" srcOrd="2" destOrd="0" presId="urn:microsoft.com/office/officeart/2018/5/layout/IconCircleLabelList"/>
    <dgm:cxn modelId="{ED631467-ECFE-4764-87E9-791C89970A94}" type="presParOf" srcId="{B539AD54-D90F-4254-BECA-2ADC0901A1BC}" destId="{1915D8A7-7120-4D78-B7EB-C39C4DB56FC3}" srcOrd="3" destOrd="0" presId="urn:microsoft.com/office/officeart/2018/5/layout/IconCircleLabelList"/>
    <dgm:cxn modelId="{42C6358B-6782-4A1D-ABC7-C8F94D27818A}" type="presParOf" srcId="{77FA4743-7F45-4A0E-AC3A-C0E5A1D45E84}" destId="{1CF433BC-B1DD-42D4-857B-F5C4F3DF2B8A}" srcOrd="1" destOrd="0" presId="urn:microsoft.com/office/officeart/2018/5/layout/IconCircleLabelList"/>
    <dgm:cxn modelId="{02729C82-EF24-4887-9E14-156503E476CF}" type="presParOf" srcId="{77FA4743-7F45-4A0E-AC3A-C0E5A1D45E84}" destId="{1E3FD840-624D-42F0-8FFA-16AB8BC05224}" srcOrd="2" destOrd="0" presId="urn:microsoft.com/office/officeart/2018/5/layout/IconCircleLabelList"/>
    <dgm:cxn modelId="{B84FE912-D1FF-44DB-A944-A19A5158CD0F}" type="presParOf" srcId="{1E3FD840-624D-42F0-8FFA-16AB8BC05224}" destId="{B49B7F4E-4000-413C-9FFF-DDAEF785E095}" srcOrd="0" destOrd="0" presId="urn:microsoft.com/office/officeart/2018/5/layout/IconCircleLabelList"/>
    <dgm:cxn modelId="{8A64387F-5E13-48F9-8D81-F9FB4DABB850}" type="presParOf" srcId="{1E3FD840-624D-42F0-8FFA-16AB8BC05224}" destId="{34EF8EBD-152D-4C1B-95EE-7D8D932FA866}" srcOrd="1" destOrd="0" presId="urn:microsoft.com/office/officeart/2018/5/layout/IconCircleLabelList"/>
    <dgm:cxn modelId="{86A55383-7E22-4039-A49E-49A8334B8B67}" type="presParOf" srcId="{1E3FD840-624D-42F0-8FFA-16AB8BC05224}" destId="{AE038CE7-E132-48E2-834F-4BA745834DFF}" srcOrd="2" destOrd="0" presId="urn:microsoft.com/office/officeart/2018/5/layout/IconCircleLabelList"/>
    <dgm:cxn modelId="{DC928A28-94B9-40DE-A115-95D4CB6BF456}" type="presParOf" srcId="{1E3FD840-624D-42F0-8FFA-16AB8BC05224}" destId="{AA3A38F9-331A-4F78-89F0-9CDAEAB70CDA}" srcOrd="3" destOrd="0" presId="urn:microsoft.com/office/officeart/2018/5/layout/IconCircleLabelList"/>
    <dgm:cxn modelId="{F6D33E68-2AE0-4F36-851C-1FA89106244E}" type="presParOf" srcId="{77FA4743-7F45-4A0E-AC3A-C0E5A1D45E84}" destId="{FCBF0CA9-865B-4ACA-B97F-44FECEF3CF9D}" srcOrd="3" destOrd="0" presId="urn:microsoft.com/office/officeart/2018/5/layout/IconCircleLabelList"/>
    <dgm:cxn modelId="{CC65400C-58E8-4BA8-A7F2-3EC8AD2CB794}" type="presParOf" srcId="{77FA4743-7F45-4A0E-AC3A-C0E5A1D45E84}" destId="{F23D7C50-68A0-44F9-9C33-F8DF4126B9A6}" srcOrd="4" destOrd="0" presId="urn:microsoft.com/office/officeart/2018/5/layout/IconCircleLabelList"/>
    <dgm:cxn modelId="{6CF1321D-A3C7-466F-B964-76C32FB1ABF6}" type="presParOf" srcId="{F23D7C50-68A0-44F9-9C33-F8DF4126B9A6}" destId="{5CCAFEAA-F27C-49EC-A2E5-491E2D65EC56}" srcOrd="0" destOrd="0" presId="urn:microsoft.com/office/officeart/2018/5/layout/IconCircleLabelList"/>
    <dgm:cxn modelId="{A2557AC9-C1FB-42E9-9A28-1C3E65D3EDE9}" type="presParOf" srcId="{F23D7C50-68A0-44F9-9C33-F8DF4126B9A6}" destId="{75117D6F-57D7-4C36-B188-99F553E6BD09}" srcOrd="1" destOrd="0" presId="urn:microsoft.com/office/officeart/2018/5/layout/IconCircleLabelList"/>
    <dgm:cxn modelId="{7DE254E1-EA1D-48FA-BF3E-F81BD5519CFF}" type="presParOf" srcId="{F23D7C50-68A0-44F9-9C33-F8DF4126B9A6}" destId="{9C3BDD0C-ABA3-4A9F-B59F-BA98CEF3AA73}" srcOrd="2" destOrd="0" presId="urn:microsoft.com/office/officeart/2018/5/layout/IconCircleLabelList"/>
    <dgm:cxn modelId="{D9BE81D7-C349-4716-B535-7DF6C2354C75}" type="presParOf" srcId="{F23D7C50-68A0-44F9-9C33-F8DF4126B9A6}" destId="{54DE0D79-1DA5-4094-BAC7-B705A66D1001}" srcOrd="3" destOrd="0" presId="urn:microsoft.com/office/officeart/2018/5/layout/IconCircleLabelList"/>
    <dgm:cxn modelId="{470970DB-C35C-4D60-A6C5-7EF61B9A5BCC}" type="presParOf" srcId="{77FA4743-7F45-4A0E-AC3A-C0E5A1D45E84}" destId="{AF6189C7-1A86-4F50-8082-86F524CB5DC5}" srcOrd="5" destOrd="0" presId="urn:microsoft.com/office/officeart/2018/5/layout/IconCircleLabelList"/>
    <dgm:cxn modelId="{8FAE66D2-D311-4072-8F93-E26CB37A305A}" type="presParOf" srcId="{77FA4743-7F45-4A0E-AC3A-C0E5A1D45E84}" destId="{64C753DC-0EEB-4F82-82F3-736764A73D34}" srcOrd="6" destOrd="0" presId="urn:microsoft.com/office/officeart/2018/5/layout/IconCircleLabelList"/>
    <dgm:cxn modelId="{BFB0C1AE-6541-4217-8799-032184C37A99}" type="presParOf" srcId="{64C753DC-0EEB-4F82-82F3-736764A73D34}" destId="{7A136997-946B-4AF9-8C14-C795D27967E2}" srcOrd="0" destOrd="0" presId="urn:microsoft.com/office/officeart/2018/5/layout/IconCircleLabelList"/>
    <dgm:cxn modelId="{DDD1F0DD-BF47-4EAF-9207-0DB12C5BCEC4}" type="presParOf" srcId="{64C753DC-0EEB-4F82-82F3-736764A73D34}" destId="{2FC5FA6E-BC0F-413A-AC0C-3157F1E18EE9}" srcOrd="1" destOrd="0" presId="urn:microsoft.com/office/officeart/2018/5/layout/IconCircleLabelList"/>
    <dgm:cxn modelId="{DEB896ED-08A8-4FCC-9997-31F98993BA2C}" type="presParOf" srcId="{64C753DC-0EEB-4F82-82F3-736764A73D34}" destId="{FD203E7D-FC6E-429A-B1DA-0D4F9027E306}" srcOrd="2" destOrd="0" presId="urn:microsoft.com/office/officeart/2018/5/layout/IconCircleLabelList"/>
    <dgm:cxn modelId="{A6ADD778-69CA-4A60-88E5-38382BC230C6}" type="presParOf" srcId="{64C753DC-0EEB-4F82-82F3-736764A73D34}" destId="{1D6B93F3-5E38-4419-A77E-327B4202022E}" srcOrd="3" destOrd="0" presId="urn:microsoft.com/office/officeart/2018/5/layout/IconCircleLabelList"/>
    <dgm:cxn modelId="{176CC6E7-107D-4E32-84CA-6575071D6028}" type="presParOf" srcId="{77FA4743-7F45-4A0E-AC3A-C0E5A1D45E84}" destId="{8164EC94-58A5-4D53-A2A2-FE853E2E0476}" srcOrd="7" destOrd="0" presId="urn:microsoft.com/office/officeart/2018/5/layout/IconCircleLabelList"/>
    <dgm:cxn modelId="{CD42BCB4-F5A5-4F3F-93E6-1F42175160DA}" type="presParOf" srcId="{77FA4743-7F45-4A0E-AC3A-C0E5A1D45E84}" destId="{7325E024-A44D-40DD-A680-FEA7356AD214}" srcOrd="8" destOrd="0" presId="urn:microsoft.com/office/officeart/2018/5/layout/IconCircleLabelList"/>
    <dgm:cxn modelId="{4263AD41-1B87-4ADF-9F24-3E34A98C91CB}" type="presParOf" srcId="{7325E024-A44D-40DD-A680-FEA7356AD214}" destId="{22966E22-7AFA-46ED-B559-62E771B260F0}" srcOrd="0" destOrd="0" presId="urn:microsoft.com/office/officeart/2018/5/layout/IconCircleLabelList"/>
    <dgm:cxn modelId="{11026147-8950-4673-89F6-2CB2F895264F}" type="presParOf" srcId="{7325E024-A44D-40DD-A680-FEA7356AD214}" destId="{E1933EF8-97D9-4E30-B34F-9A1D30368F55}" srcOrd="1" destOrd="0" presId="urn:microsoft.com/office/officeart/2018/5/layout/IconCircleLabelList"/>
    <dgm:cxn modelId="{73F4B155-5A3E-440C-ABEC-1C4C4C28A897}" type="presParOf" srcId="{7325E024-A44D-40DD-A680-FEA7356AD214}" destId="{5AC330DC-1A44-4B36-9A77-35395E958717}" srcOrd="2" destOrd="0" presId="urn:microsoft.com/office/officeart/2018/5/layout/IconCircleLabelList"/>
    <dgm:cxn modelId="{7F61CB1B-A86B-4C2F-AE14-116B4200E97D}" type="presParOf" srcId="{7325E024-A44D-40DD-A680-FEA7356AD214}" destId="{1AF1F19A-52C7-4613-BBA4-D55BE3AC6F29}" srcOrd="3" destOrd="0" presId="urn:microsoft.com/office/officeart/2018/5/layout/IconCircleLabelList"/>
    <dgm:cxn modelId="{330DE25E-0B05-4E27-8150-3B30DB04FC81}" type="presParOf" srcId="{77FA4743-7F45-4A0E-AC3A-C0E5A1D45E84}" destId="{4CE31E9D-6590-43AB-8CE6-DF998E243E7D}" srcOrd="9" destOrd="0" presId="urn:microsoft.com/office/officeart/2018/5/layout/IconCircleLabelList"/>
    <dgm:cxn modelId="{90ED5909-BE65-42FF-A1D5-03D18F25694B}" type="presParOf" srcId="{77FA4743-7F45-4A0E-AC3A-C0E5A1D45E84}" destId="{A000A324-1034-48A3-B50D-6E3E00F91577}" srcOrd="10" destOrd="0" presId="urn:microsoft.com/office/officeart/2018/5/layout/IconCircleLabelList"/>
    <dgm:cxn modelId="{9529B221-1454-4520-808B-3A0D9B1AE10F}" type="presParOf" srcId="{A000A324-1034-48A3-B50D-6E3E00F91577}" destId="{EBE287C4-90BB-4376-B33A-EF57293811AB}" srcOrd="0" destOrd="0" presId="urn:microsoft.com/office/officeart/2018/5/layout/IconCircleLabelList"/>
    <dgm:cxn modelId="{DF172046-3D83-4865-829D-4946AC36F996}" type="presParOf" srcId="{A000A324-1034-48A3-B50D-6E3E00F91577}" destId="{E90F8C45-98F9-4303-85C4-13CD8942E431}" srcOrd="1" destOrd="0" presId="urn:microsoft.com/office/officeart/2018/5/layout/IconCircleLabelList"/>
    <dgm:cxn modelId="{4B9867FB-F8D4-41B5-B046-48B0AD2B68F4}" type="presParOf" srcId="{A000A324-1034-48A3-B50D-6E3E00F91577}" destId="{40406F04-0BC0-451E-BA73-2D1F4FF59E3A}" srcOrd="2" destOrd="0" presId="urn:microsoft.com/office/officeart/2018/5/layout/IconCircleLabelList"/>
    <dgm:cxn modelId="{A4176FC0-A1D6-4990-A0F7-F57F3FE2F05B}" type="presParOf" srcId="{A000A324-1034-48A3-B50D-6E3E00F91577}" destId="{1696241C-1CCD-4DC6-8DAC-C8A02B25369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CB19F3-B39F-481F-96B4-F123EEE405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D2B8EDE-BBB6-46E1-A5EE-8A4C60BA84C2}">
      <dgm:prSet/>
      <dgm:spPr/>
      <dgm:t>
        <a:bodyPr/>
        <a:lstStyle/>
        <a:p>
          <a:r>
            <a:rPr lang="es-ES" b="0" i="0"/>
            <a:t>Visualización en vivo de la cámara del ESP32-CAM.</a:t>
          </a:r>
          <a:endParaRPr lang="en-US"/>
        </a:p>
      </dgm:t>
    </dgm:pt>
    <dgm:pt modelId="{13A24D4F-32A6-4F3B-B67A-DD2A429D24AB}" type="parTrans" cxnId="{5F332F4B-DD32-4BD7-B21F-7718C6C09060}">
      <dgm:prSet/>
      <dgm:spPr/>
      <dgm:t>
        <a:bodyPr/>
        <a:lstStyle/>
        <a:p>
          <a:endParaRPr lang="en-US"/>
        </a:p>
      </dgm:t>
    </dgm:pt>
    <dgm:pt modelId="{757658EC-C092-44F6-AC8A-8AD37EE67774}" type="sibTrans" cxnId="{5F332F4B-DD32-4BD7-B21F-7718C6C09060}">
      <dgm:prSet/>
      <dgm:spPr/>
      <dgm:t>
        <a:bodyPr/>
        <a:lstStyle/>
        <a:p>
          <a:endParaRPr lang="en-US"/>
        </a:p>
      </dgm:t>
    </dgm:pt>
    <dgm:pt modelId="{C4E8987F-A0AC-466E-8222-8B59A1F738DC}">
      <dgm:prSet/>
      <dgm:spPr/>
      <dgm:t>
        <a:bodyPr/>
        <a:lstStyle/>
        <a:p>
          <a:r>
            <a:rPr lang="es-ES" b="0" i="0"/>
            <a:t>Sobreimpresión de los 21 puntos de referencia de la mano en la imagen.</a:t>
          </a:r>
          <a:endParaRPr lang="en-US"/>
        </a:p>
      </dgm:t>
    </dgm:pt>
    <dgm:pt modelId="{C5EB05FD-2E03-4F90-BDAF-D76B9D35F5BE}" type="parTrans" cxnId="{CCD19649-E1C0-4FE7-85C8-94BF01659CE5}">
      <dgm:prSet/>
      <dgm:spPr/>
      <dgm:t>
        <a:bodyPr/>
        <a:lstStyle/>
        <a:p>
          <a:endParaRPr lang="en-US"/>
        </a:p>
      </dgm:t>
    </dgm:pt>
    <dgm:pt modelId="{CA2E837A-151A-4439-8C17-7ABB2E81455E}" type="sibTrans" cxnId="{CCD19649-E1C0-4FE7-85C8-94BF01659CE5}">
      <dgm:prSet/>
      <dgm:spPr/>
      <dgm:t>
        <a:bodyPr/>
        <a:lstStyle/>
        <a:p>
          <a:endParaRPr lang="en-US"/>
        </a:p>
      </dgm:t>
    </dgm:pt>
    <dgm:pt modelId="{267E94CD-A1D5-4E56-9591-54322FC4E523}">
      <dgm:prSet/>
      <dgm:spPr/>
      <dgm:t>
        <a:bodyPr/>
        <a:lstStyle/>
        <a:p>
          <a:r>
            <a:rPr lang="es-ES" b="0" i="0"/>
            <a:t>Visualización en tiempo real de la cantidad de FPS alcanzados.</a:t>
          </a:r>
          <a:endParaRPr lang="en-US"/>
        </a:p>
      </dgm:t>
    </dgm:pt>
    <dgm:pt modelId="{2D0849FE-51EF-405F-8619-3D8AEFF25E48}" type="parTrans" cxnId="{A2041867-F06F-4F42-8CEB-5B737B74E353}">
      <dgm:prSet/>
      <dgm:spPr/>
      <dgm:t>
        <a:bodyPr/>
        <a:lstStyle/>
        <a:p>
          <a:endParaRPr lang="en-US"/>
        </a:p>
      </dgm:t>
    </dgm:pt>
    <dgm:pt modelId="{3A88A60F-FDE6-40CE-814C-5610CA94FBB7}" type="sibTrans" cxnId="{A2041867-F06F-4F42-8CEB-5B737B74E353}">
      <dgm:prSet/>
      <dgm:spPr/>
      <dgm:t>
        <a:bodyPr/>
        <a:lstStyle/>
        <a:p>
          <a:endParaRPr lang="en-US"/>
        </a:p>
      </dgm:t>
    </dgm:pt>
    <dgm:pt modelId="{6F88D4EB-2324-43B2-A34E-AD945231DAB6}">
      <dgm:prSet/>
      <dgm:spPr/>
      <dgm:t>
        <a:bodyPr/>
        <a:lstStyle/>
        <a:p>
          <a:r>
            <a:rPr lang="es-ES" b="0" i="0"/>
            <a:t>Indicación clara del gesto detectado en cada momento.</a:t>
          </a:r>
          <a:endParaRPr lang="en-US"/>
        </a:p>
      </dgm:t>
    </dgm:pt>
    <dgm:pt modelId="{A084714A-AE16-4855-B8D5-E15B92584FCC}" type="parTrans" cxnId="{BC679227-90F4-459D-895F-3A19B3EAD845}">
      <dgm:prSet/>
      <dgm:spPr/>
      <dgm:t>
        <a:bodyPr/>
        <a:lstStyle/>
        <a:p>
          <a:endParaRPr lang="en-US"/>
        </a:p>
      </dgm:t>
    </dgm:pt>
    <dgm:pt modelId="{8D40AD36-0A7A-495C-8E1D-67B5103354CB}" type="sibTrans" cxnId="{BC679227-90F4-459D-895F-3A19B3EAD845}">
      <dgm:prSet/>
      <dgm:spPr/>
      <dgm:t>
        <a:bodyPr/>
        <a:lstStyle/>
        <a:p>
          <a:endParaRPr lang="en-US"/>
        </a:p>
      </dgm:t>
    </dgm:pt>
    <dgm:pt modelId="{11B930F7-C516-429A-9685-0DC60886A50D}">
      <dgm:prSet/>
      <dgm:spPr/>
      <dgm:t>
        <a:bodyPr/>
        <a:lstStyle/>
        <a:p>
          <a:r>
            <a:rPr lang="es-ES" b="0" i="0"/>
            <a:t>Instrucciones básicas de uso y esquema de los gestos posibles con su correspondiente acción en el autito.</a:t>
          </a:r>
          <a:endParaRPr lang="en-US"/>
        </a:p>
      </dgm:t>
    </dgm:pt>
    <dgm:pt modelId="{EF5CE963-2017-489D-89E9-1DFE43C854FD}" type="parTrans" cxnId="{4CE0089E-90E1-4B94-B7A9-1D731962700A}">
      <dgm:prSet/>
      <dgm:spPr/>
      <dgm:t>
        <a:bodyPr/>
        <a:lstStyle/>
        <a:p>
          <a:endParaRPr lang="en-US"/>
        </a:p>
      </dgm:t>
    </dgm:pt>
    <dgm:pt modelId="{93137562-029B-4C93-9958-E07EDD3FEDBB}" type="sibTrans" cxnId="{4CE0089E-90E1-4B94-B7A9-1D731962700A}">
      <dgm:prSet/>
      <dgm:spPr/>
      <dgm:t>
        <a:bodyPr/>
        <a:lstStyle/>
        <a:p>
          <a:endParaRPr lang="en-US"/>
        </a:p>
      </dgm:t>
    </dgm:pt>
    <dgm:pt modelId="{56870232-731D-4229-9D69-27E0EA93FE58}">
      <dgm:prSet/>
      <dgm:spPr/>
      <dgm:t>
        <a:bodyPr/>
        <a:lstStyle/>
        <a:p>
          <a:r>
            <a:rPr lang="es-ES" b="0" i="0"/>
            <a:t>Accesibilidad desde cualquier navegador web conectado a la misma red que el ESP32.</a:t>
          </a:r>
          <a:endParaRPr lang="en-US"/>
        </a:p>
      </dgm:t>
    </dgm:pt>
    <dgm:pt modelId="{AAA9BCCD-49A3-404C-86DD-86D7FE2D8E4C}" type="parTrans" cxnId="{DB55A06E-AC9E-42E3-B452-A91ACBA5FE18}">
      <dgm:prSet/>
      <dgm:spPr/>
      <dgm:t>
        <a:bodyPr/>
        <a:lstStyle/>
        <a:p>
          <a:endParaRPr lang="en-US"/>
        </a:p>
      </dgm:t>
    </dgm:pt>
    <dgm:pt modelId="{9799FC6E-9DA0-489D-BA12-180E3397FC19}" type="sibTrans" cxnId="{DB55A06E-AC9E-42E3-B452-A91ACBA5FE18}">
      <dgm:prSet/>
      <dgm:spPr/>
      <dgm:t>
        <a:bodyPr/>
        <a:lstStyle/>
        <a:p>
          <a:endParaRPr lang="en-US"/>
        </a:p>
      </dgm:t>
    </dgm:pt>
    <dgm:pt modelId="{0B1B2A86-38D0-4ED9-951A-D0D215A48A88}" type="pres">
      <dgm:prSet presAssocID="{CCCB19F3-B39F-481F-96B4-F123EEE4058D}" presName="root" presStyleCnt="0">
        <dgm:presLayoutVars>
          <dgm:dir/>
          <dgm:resizeHandles val="exact"/>
        </dgm:presLayoutVars>
      </dgm:prSet>
      <dgm:spPr/>
    </dgm:pt>
    <dgm:pt modelId="{5C2E76CC-5DCE-49CA-AD7B-6E10994ADB2B}" type="pres">
      <dgm:prSet presAssocID="{4D2B8EDE-BBB6-46E1-A5EE-8A4C60BA84C2}" presName="compNode" presStyleCnt="0"/>
      <dgm:spPr/>
    </dgm:pt>
    <dgm:pt modelId="{3C03673A-D01C-4AB7-9A5D-29AC5C967205}" type="pres">
      <dgm:prSet presAssocID="{4D2B8EDE-BBB6-46E1-A5EE-8A4C60BA84C2}" presName="bgRect" presStyleLbl="bgShp" presStyleIdx="0" presStyleCnt="6"/>
      <dgm:spPr/>
    </dgm:pt>
    <dgm:pt modelId="{5FBE74AE-B857-4DAC-B43A-FA2C1010A619}" type="pres">
      <dgm:prSet presAssocID="{4D2B8EDE-BBB6-46E1-A5EE-8A4C60BA84C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9918BDDC-34A5-48B0-86FE-7957B470CB9F}" type="pres">
      <dgm:prSet presAssocID="{4D2B8EDE-BBB6-46E1-A5EE-8A4C60BA84C2}" presName="spaceRect" presStyleCnt="0"/>
      <dgm:spPr/>
    </dgm:pt>
    <dgm:pt modelId="{32C8815E-5D24-4382-BB5A-3DCDDDF257F0}" type="pres">
      <dgm:prSet presAssocID="{4D2B8EDE-BBB6-46E1-A5EE-8A4C60BA84C2}" presName="parTx" presStyleLbl="revTx" presStyleIdx="0" presStyleCnt="6">
        <dgm:presLayoutVars>
          <dgm:chMax val="0"/>
          <dgm:chPref val="0"/>
        </dgm:presLayoutVars>
      </dgm:prSet>
      <dgm:spPr/>
    </dgm:pt>
    <dgm:pt modelId="{99D3FFA3-8F3E-4DF7-8EA0-5CEFB201D016}" type="pres">
      <dgm:prSet presAssocID="{757658EC-C092-44F6-AC8A-8AD37EE67774}" presName="sibTrans" presStyleCnt="0"/>
      <dgm:spPr/>
    </dgm:pt>
    <dgm:pt modelId="{1E8694C4-B3A4-40A8-B553-8F796D45FE9E}" type="pres">
      <dgm:prSet presAssocID="{C4E8987F-A0AC-466E-8222-8B59A1F738DC}" presName="compNode" presStyleCnt="0"/>
      <dgm:spPr/>
    </dgm:pt>
    <dgm:pt modelId="{A3A088D2-961F-4BF4-B2C9-4928AF745084}" type="pres">
      <dgm:prSet presAssocID="{C4E8987F-A0AC-466E-8222-8B59A1F738DC}" presName="bgRect" presStyleLbl="bgShp" presStyleIdx="1" presStyleCnt="6"/>
      <dgm:spPr/>
    </dgm:pt>
    <dgm:pt modelId="{CC0BD872-69FD-4306-9491-CFC216064278}" type="pres">
      <dgm:prSet presAssocID="{C4E8987F-A0AC-466E-8222-8B59A1F738D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o con relleno sólido"/>
        </a:ext>
      </dgm:extLst>
    </dgm:pt>
    <dgm:pt modelId="{9033722E-5AD3-4BE6-A714-DED95D4AA333}" type="pres">
      <dgm:prSet presAssocID="{C4E8987F-A0AC-466E-8222-8B59A1F738DC}" presName="spaceRect" presStyleCnt="0"/>
      <dgm:spPr/>
    </dgm:pt>
    <dgm:pt modelId="{9F307ADE-76F5-428C-A67A-5F688D15E32E}" type="pres">
      <dgm:prSet presAssocID="{C4E8987F-A0AC-466E-8222-8B59A1F738DC}" presName="parTx" presStyleLbl="revTx" presStyleIdx="1" presStyleCnt="6">
        <dgm:presLayoutVars>
          <dgm:chMax val="0"/>
          <dgm:chPref val="0"/>
        </dgm:presLayoutVars>
      </dgm:prSet>
      <dgm:spPr/>
    </dgm:pt>
    <dgm:pt modelId="{DF035629-9C38-4DD1-9580-631CE3BF0D7D}" type="pres">
      <dgm:prSet presAssocID="{CA2E837A-151A-4439-8C17-7ABB2E81455E}" presName="sibTrans" presStyleCnt="0"/>
      <dgm:spPr/>
    </dgm:pt>
    <dgm:pt modelId="{C6E061AD-285C-4495-95A8-511EA2E60FBB}" type="pres">
      <dgm:prSet presAssocID="{267E94CD-A1D5-4E56-9591-54322FC4E523}" presName="compNode" presStyleCnt="0"/>
      <dgm:spPr/>
    </dgm:pt>
    <dgm:pt modelId="{C8AC5FA2-DFD0-436F-BFD7-2C19D342E0A0}" type="pres">
      <dgm:prSet presAssocID="{267E94CD-A1D5-4E56-9591-54322FC4E523}" presName="bgRect" presStyleLbl="bgShp" presStyleIdx="2" presStyleCnt="6"/>
      <dgm:spPr/>
    </dgm:pt>
    <dgm:pt modelId="{2C667130-F1F7-4B00-A646-DBE0540793CF}" type="pres">
      <dgm:prSet presAssocID="{267E94CD-A1D5-4E56-9591-54322FC4E523}" presName="iconRect" presStyleLbl="node1" presStyleIdx="2" presStyleCnt="6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36912D7-3B21-4E6E-912B-397842F5185F}" type="pres">
      <dgm:prSet presAssocID="{267E94CD-A1D5-4E56-9591-54322FC4E523}" presName="spaceRect" presStyleCnt="0"/>
      <dgm:spPr/>
    </dgm:pt>
    <dgm:pt modelId="{5D55B936-DD59-419D-95AF-D0D031B85149}" type="pres">
      <dgm:prSet presAssocID="{267E94CD-A1D5-4E56-9591-54322FC4E523}" presName="parTx" presStyleLbl="revTx" presStyleIdx="2" presStyleCnt="6">
        <dgm:presLayoutVars>
          <dgm:chMax val="0"/>
          <dgm:chPref val="0"/>
        </dgm:presLayoutVars>
      </dgm:prSet>
      <dgm:spPr/>
    </dgm:pt>
    <dgm:pt modelId="{3D0CCF05-F9DB-4A58-A86D-D744B9462639}" type="pres">
      <dgm:prSet presAssocID="{3A88A60F-FDE6-40CE-814C-5610CA94FBB7}" presName="sibTrans" presStyleCnt="0"/>
      <dgm:spPr/>
    </dgm:pt>
    <dgm:pt modelId="{D1C1CBBC-CFD6-4844-8A2B-7570EE52246B}" type="pres">
      <dgm:prSet presAssocID="{6F88D4EB-2324-43B2-A34E-AD945231DAB6}" presName="compNode" presStyleCnt="0"/>
      <dgm:spPr/>
    </dgm:pt>
    <dgm:pt modelId="{6F936C31-C849-48B0-A340-1DE5D53030C6}" type="pres">
      <dgm:prSet presAssocID="{6F88D4EB-2324-43B2-A34E-AD945231DAB6}" presName="bgRect" presStyleLbl="bgShp" presStyleIdx="3" presStyleCnt="6"/>
      <dgm:spPr/>
    </dgm:pt>
    <dgm:pt modelId="{83966FF1-3EF2-4C4B-BD52-59DC21DA0E26}" type="pres">
      <dgm:prSet presAssocID="{6F88D4EB-2324-43B2-A34E-AD945231DAB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ejarse separando los dedos con relleno sólido"/>
        </a:ext>
      </dgm:extLst>
    </dgm:pt>
    <dgm:pt modelId="{B24B8BBE-5CCF-455D-8571-9C387E3A49E6}" type="pres">
      <dgm:prSet presAssocID="{6F88D4EB-2324-43B2-A34E-AD945231DAB6}" presName="spaceRect" presStyleCnt="0"/>
      <dgm:spPr/>
    </dgm:pt>
    <dgm:pt modelId="{77FC1C31-798A-40AC-977B-5E6D83CE8055}" type="pres">
      <dgm:prSet presAssocID="{6F88D4EB-2324-43B2-A34E-AD945231DAB6}" presName="parTx" presStyleLbl="revTx" presStyleIdx="3" presStyleCnt="6">
        <dgm:presLayoutVars>
          <dgm:chMax val="0"/>
          <dgm:chPref val="0"/>
        </dgm:presLayoutVars>
      </dgm:prSet>
      <dgm:spPr/>
    </dgm:pt>
    <dgm:pt modelId="{CE4F891A-E562-4159-8A5E-9E5F88CD4D61}" type="pres">
      <dgm:prSet presAssocID="{8D40AD36-0A7A-495C-8E1D-67B5103354CB}" presName="sibTrans" presStyleCnt="0"/>
      <dgm:spPr/>
    </dgm:pt>
    <dgm:pt modelId="{AAE2EE5A-46BE-40C4-8B58-44C679589179}" type="pres">
      <dgm:prSet presAssocID="{11B930F7-C516-429A-9685-0DC60886A50D}" presName="compNode" presStyleCnt="0"/>
      <dgm:spPr/>
    </dgm:pt>
    <dgm:pt modelId="{47660D28-3011-45CC-BDB9-63B9A6523726}" type="pres">
      <dgm:prSet presAssocID="{11B930F7-C516-429A-9685-0DC60886A50D}" presName="bgRect" presStyleLbl="bgShp" presStyleIdx="4" presStyleCnt="6"/>
      <dgm:spPr/>
    </dgm:pt>
    <dgm:pt modelId="{95EBCC9F-F398-4D2E-8F3F-576E8FE703C5}" type="pres">
      <dgm:prSet presAssocID="{11B930F7-C516-429A-9685-0DC60886A50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7C10A532-D14F-48CF-ACCE-E2AC0091668B}" type="pres">
      <dgm:prSet presAssocID="{11B930F7-C516-429A-9685-0DC60886A50D}" presName="spaceRect" presStyleCnt="0"/>
      <dgm:spPr/>
    </dgm:pt>
    <dgm:pt modelId="{52DF6264-FE2B-47FF-8167-EB647E2A1D3D}" type="pres">
      <dgm:prSet presAssocID="{11B930F7-C516-429A-9685-0DC60886A50D}" presName="parTx" presStyleLbl="revTx" presStyleIdx="4" presStyleCnt="6">
        <dgm:presLayoutVars>
          <dgm:chMax val="0"/>
          <dgm:chPref val="0"/>
        </dgm:presLayoutVars>
      </dgm:prSet>
      <dgm:spPr/>
    </dgm:pt>
    <dgm:pt modelId="{1B0C60C9-7439-4BF2-B912-27A66F33BB89}" type="pres">
      <dgm:prSet presAssocID="{93137562-029B-4C93-9958-E07EDD3FEDBB}" presName="sibTrans" presStyleCnt="0"/>
      <dgm:spPr/>
    </dgm:pt>
    <dgm:pt modelId="{8401B4A4-25C3-4474-AC39-901A538E6EEB}" type="pres">
      <dgm:prSet presAssocID="{56870232-731D-4229-9D69-27E0EA93FE58}" presName="compNode" presStyleCnt="0"/>
      <dgm:spPr/>
    </dgm:pt>
    <dgm:pt modelId="{051CFCE5-9A1E-42C8-A7F8-A5D194490069}" type="pres">
      <dgm:prSet presAssocID="{56870232-731D-4229-9D69-27E0EA93FE58}" presName="bgRect" presStyleLbl="bgShp" presStyleIdx="5" presStyleCnt="6"/>
      <dgm:spPr/>
    </dgm:pt>
    <dgm:pt modelId="{69CADF0F-5ECF-497E-9B69-A26AAD6913A4}" type="pres">
      <dgm:prSet presAssocID="{56870232-731D-4229-9D69-27E0EA93FE5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F965FD9-FCE7-4064-812D-09969EC7B94D}" type="pres">
      <dgm:prSet presAssocID="{56870232-731D-4229-9D69-27E0EA93FE58}" presName="spaceRect" presStyleCnt="0"/>
      <dgm:spPr/>
    </dgm:pt>
    <dgm:pt modelId="{A2BEF023-053F-4A6A-842C-6094B090B25A}" type="pres">
      <dgm:prSet presAssocID="{56870232-731D-4229-9D69-27E0EA93FE5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E22D004-10E2-4B59-97F0-C9399804B668}" type="presOf" srcId="{CCCB19F3-B39F-481F-96B4-F123EEE4058D}" destId="{0B1B2A86-38D0-4ED9-951A-D0D215A48A88}" srcOrd="0" destOrd="0" presId="urn:microsoft.com/office/officeart/2018/2/layout/IconVerticalSolidList"/>
    <dgm:cxn modelId="{BC679227-90F4-459D-895F-3A19B3EAD845}" srcId="{CCCB19F3-B39F-481F-96B4-F123EEE4058D}" destId="{6F88D4EB-2324-43B2-A34E-AD945231DAB6}" srcOrd="3" destOrd="0" parTransId="{A084714A-AE16-4855-B8D5-E15B92584FCC}" sibTransId="{8D40AD36-0A7A-495C-8E1D-67B5103354CB}"/>
    <dgm:cxn modelId="{2BD0B962-D47E-437E-BD4D-ED2BFC716860}" type="presOf" srcId="{4D2B8EDE-BBB6-46E1-A5EE-8A4C60BA84C2}" destId="{32C8815E-5D24-4382-BB5A-3DCDDDF257F0}" srcOrd="0" destOrd="0" presId="urn:microsoft.com/office/officeart/2018/2/layout/IconVerticalSolidList"/>
    <dgm:cxn modelId="{A2041867-F06F-4F42-8CEB-5B737B74E353}" srcId="{CCCB19F3-B39F-481F-96B4-F123EEE4058D}" destId="{267E94CD-A1D5-4E56-9591-54322FC4E523}" srcOrd="2" destOrd="0" parTransId="{2D0849FE-51EF-405F-8619-3D8AEFF25E48}" sibTransId="{3A88A60F-FDE6-40CE-814C-5610CA94FBB7}"/>
    <dgm:cxn modelId="{CCD19649-E1C0-4FE7-85C8-94BF01659CE5}" srcId="{CCCB19F3-B39F-481F-96B4-F123EEE4058D}" destId="{C4E8987F-A0AC-466E-8222-8B59A1F738DC}" srcOrd="1" destOrd="0" parTransId="{C5EB05FD-2E03-4F90-BDAF-D76B9D35F5BE}" sibTransId="{CA2E837A-151A-4439-8C17-7ABB2E81455E}"/>
    <dgm:cxn modelId="{5F332F4B-DD32-4BD7-B21F-7718C6C09060}" srcId="{CCCB19F3-B39F-481F-96B4-F123EEE4058D}" destId="{4D2B8EDE-BBB6-46E1-A5EE-8A4C60BA84C2}" srcOrd="0" destOrd="0" parTransId="{13A24D4F-32A6-4F3B-B67A-DD2A429D24AB}" sibTransId="{757658EC-C092-44F6-AC8A-8AD37EE67774}"/>
    <dgm:cxn modelId="{DB55A06E-AC9E-42E3-B452-A91ACBA5FE18}" srcId="{CCCB19F3-B39F-481F-96B4-F123EEE4058D}" destId="{56870232-731D-4229-9D69-27E0EA93FE58}" srcOrd="5" destOrd="0" parTransId="{AAA9BCCD-49A3-404C-86DD-86D7FE2D8E4C}" sibTransId="{9799FC6E-9DA0-489D-BA12-180E3397FC19}"/>
    <dgm:cxn modelId="{BF29F68B-F693-4F1B-9644-5C5CCFB0A5F6}" type="presOf" srcId="{6F88D4EB-2324-43B2-A34E-AD945231DAB6}" destId="{77FC1C31-798A-40AC-977B-5E6D83CE8055}" srcOrd="0" destOrd="0" presId="urn:microsoft.com/office/officeart/2018/2/layout/IconVerticalSolidList"/>
    <dgm:cxn modelId="{1BC65798-8D09-4FC5-A54B-5D4D022AD960}" type="presOf" srcId="{C4E8987F-A0AC-466E-8222-8B59A1F738DC}" destId="{9F307ADE-76F5-428C-A67A-5F688D15E32E}" srcOrd="0" destOrd="0" presId="urn:microsoft.com/office/officeart/2018/2/layout/IconVerticalSolidList"/>
    <dgm:cxn modelId="{4CE0089E-90E1-4B94-B7A9-1D731962700A}" srcId="{CCCB19F3-B39F-481F-96B4-F123EEE4058D}" destId="{11B930F7-C516-429A-9685-0DC60886A50D}" srcOrd="4" destOrd="0" parTransId="{EF5CE963-2017-489D-89E9-1DFE43C854FD}" sibTransId="{93137562-029B-4C93-9958-E07EDD3FEDBB}"/>
    <dgm:cxn modelId="{4B150BA2-5FE1-44E6-8620-067ADE20235A}" type="presOf" srcId="{56870232-731D-4229-9D69-27E0EA93FE58}" destId="{A2BEF023-053F-4A6A-842C-6094B090B25A}" srcOrd="0" destOrd="0" presId="urn:microsoft.com/office/officeart/2018/2/layout/IconVerticalSolidList"/>
    <dgm:cxn modelId="{1DFD10B1-1598-4166-85C4-43E4D3C30E04}" type="presOf" srcId="{267E94CD-A1D5-4E56-9591-54322FC4E523}" destId="{5D55B936-DD59-419D-95AF-D0D031B85149}" srcOrd="0" destOrd="0" presId="urn:microsoft.com/office/officeart/2018/2/layout/IconVerticalSolidList"/>
    <dgm:cxn modelId="{1AB8B8FF-04E8-4B05-BA92-9E391E7C0784}" type="presOf" srcId="{11B930F7-C516-429A-9685-0DC60886A50D}" destId="{52DF6264-FE2B-47FF-8167-EB647E2A1D3D}" srcOrd="0" destOrd="0" presId="urn:microsoft.com/office/officeart/2018/2/layout/IconVerticalSolidList"/>
    <dgm:cxn modelId="{B985B617-7B2A-4DE6-A914-88879BA6841C}" type="presParOf" srcId="{0B1B2A86-38D0-4ED9-951A-D0D215A48A88}" destId="{5C2E76CC-5DCE-49CA-AD7B-6E10994ADB2B}" srcOrd="0" destOrd="0" presId="urn:microsoft.com/office/officeart/2018/2/layout/IconVerticalSolidList"/>
    <dgm:cxn modelId="{03A838D9-9569-40E2-BE99-E36536E2179C}" type="presParOf" srcId="{5C2E76CC-5DCE-49CA-AD7B-6E10994ADB2B}" destId="{3C03673A-D01C-4AB7-9A5D-29AC5C967205}" srcOrd="0" destOrd="0" presId="urn:microsoft.com/office/officeart/2018/2/layout/IconVerticalSolidList"/>
    <dgm:cxn modelId="{E293D76E-306E-4995-A3F0-CBF36F7C748D}" type="presParOf" srcId="{5C2E76CC-5DCE-49CA-AD7B-6E10994ADB2B}" destId="{5FBE74AE-B857-4DAC-B43A-FA2C1010A619}" srcOrd="1" destOrd="0" presId="urn:microsoft.com/office/officeart/2018/2/layout/IconVerticalSolidList"/>
    <dgm:cxn modelId="{795942EB-0A1D-48DC-8D88-BF9D468944A4}" type="presParOf" srcId="{5C2E76CC-5DCE-49CA-AD7B-6E10994ADB2B}" destId="{9918BDDC-34A5-48B0-86FE-7957B470CB9F}" srcOrd="2" destOrd="0" presId="urn:microsoft.com/office/officeart/2018/2/layout/IconVerticalSolidList"/>
    <dgm:cxn modelId="{AE29E4B7-AFA1-4536-B19B-1C9495457735}" type="presParOf" srcId="{5C2E76CC-5DCE-49CA-AD7B-6E10994ADB2B}" destId="{32C8815E-5D24-4382-BB5A-3DCDDDF257F0}" srcOrd="3" destOrd="0" presId="urn:microsoft.com/office/officeart/2018/2/layout/IconVerticalSolidList"/>
    <dgm:cxn modelId="{FD8B7AD7-5DA0-45F2-8DB7-14D18BA65639}" type="presParOf" srcId="{0B1B2A86-38D0-4ED9-951A-D0D215A48A88}" destId="{99D3FFA3-8F3E-4DF7-8EA0-5CEFB201D016}" srcOrd="1" destOrd="0" presId="urn:microsoft.com/office/officeart/2018/2/layout/IconVerticalSolidList"/>
    <dgm:cxn modelId="{C7352B41-799B-4F72-93B4-3036FCC118DD}" type="presParOf" srcId="{0B1B2A86-38D0-4ED9-951A-D0D215A48A88}" destId="{1E8694C4-B3A4-40A8-B553-8F796D45FE9E}" srcOrd="2" destOrd="0" presId="urn:microsoft.com/office/officeart/2018/2/layout/IconVerticalSolidList"/>
    <dgm:cxn modelId="{985C19FB-5139-474B-9A4F-680F828980F4}" type="presParOf" srcId="{1E8694C4-B3A4-40A8-B553-8F796D45FE9E}" destId="{A3A088D2-961F-4BF4-B2C9-4928AF745084}" srcOrd="0" destOrd="0" presId="urn:microsoft.com/office/officeart/2018/2/layout/IconVerticalSolidList"/>
    <dgm:cxn modelId="{15A7600D-6C17-4F09-AC7F-D20CCD58FDE6}" type="presParOf" srcId="{1E8694C4-B3A4-40A8-B553-8F796D45FE9E}" destId="{CC0BD872-69FD-4306-9491-CFC216064278}" srcOrd="1" destOrd="0" presId="urn:microsoft.com/office/officeart/2018/2/layout/IconVerticalSolidList"/>
    <dgm:cxn modelId="{794B7B03-92F4-4B61-9446-B9888E75C29B}" type="presParOf" srcId="{1E8694C4-B3A4-40A8-B553-8F796D45FE9E}" destId="{9033722E-5AD3-4BE6-A714-DED95D4AA333}" srcOrd="2" destOrd="0" presId="urn:microsoft.com/office/officeart/2018/2/layout/IconVerticalSolidList"/>
    <dgm:cxn modelId="{A77554F1-4F52-4268-9FCC-5A4DEF24C64F}" type="presParOf" srcId="{1E8694C4-B3A4-40A8-B553-8F796D45FE9E}" destId="{9F307ADE-76F5-428C-A67A-5F688D15E32E}" srcOrd="3" destOrd="0" presId="urn:microsoft.com/office/officeart/2018/2/layout/IconVerticalSolidList"/>
    <dgm:cxn modelId="{37816775-A59B-49A8-BC01-C0CC84CCD21F}" type="presParOf" srcId="{0B1B2A86-38D0-4ED9-951A-D0D215A48A88}" destId="{DF035629-9C38-4DD1-9580-631CE3BF0D7D}" srcOrd="3" destOrd="0" presId="urn:microsoft.com/office/officeart/2018/2/layout/IconVerticalSolidList"/>
    <dgm:cxn modelId="{6D97668E-0FF3-47EC-89AF-359E6A3DF40B}" type="presParOf" srcId="{0B1B2A86-38D0-4ED9-951A-D0D215A48A88}" destId="{C6E061AD-285C-4495-95A8-511EA2E60FBB}" srcOrd="4" destOrd="0" presId="urn:microsoft.com/office/officeart/2018/2/layout/IconVerticalSolidList"/>
    <dgm:cxn modelId="{EDE56D12-D54A-4818-9B9D-128466086FF9}" type="presParOf" srcId="{C6E061AD-285C-4495-95A8-511EA2E60FBB}" destId="{C8AC5FA2-DFD0-436F-BFD7-2C19D342E0A0}" srcOrd="0" destOrd="0" presId="urn:microsoft.com/office/officeart/2018/2/layout/IconVerticalSolidList"/>
    <dgm:cxn modelId="{4FC2A753-E80D-4F6E-B433-6BC7EC806EB5}" type="presParOf" srcId="{C6E061AD-285C-4495-95A8-511EA2E60FBB}" destId="{2C667130-F1F7-4B00-A646-DBE0540793CF}" srcOrd="1" destOrd="0" presId="urn:microsoft.com/office/officeart/2018/2/layout/IconVerticalSolidList"/>
    <dgm:cxn modelId="{0043E9B6-3E9C-4820-9778-C4A8C8B11E10}" type="presParOf" srcId="{C6E061AD-285C-4495-95A8-511EA2E60FBB}" destId="{C36912D7-3B21-4E6E-912B-397842F5185F}" srcOrd="2" destOrd="0" presId="urn:microsoft.com/office/officeart/2018/2/layout/IconVerticalSolidList"/>
    <dgm:cxn modelId="{6D8CE9D8-2321-4575-9BAE-D208590EEE90}" type="presParOf" srcId="{C6E061AD-285C-4495-95A8-511EA2E60FBB}" destId="{5D55B936-DD59-419D-95AF-D0D031B85149}" srcOrd="3" destOrd="0" presId="urn:microsoft.com/office/officeart/2018/2/layout/IconVerticalSolidList"/>
    <dgm:cxn modelId="{B42B978D-DD70-4C9E-B92B-4837DFF7F95B}" type="presParOf" srcId="{0B1B2A86-38D0-4ED9-951A-D0D215A48A88}" destId="{3D0CCF05-F9DB-4A58-A86D-D744B9462639}" srcOrd="5" destOrd="0" presId="urn:microsoft.com/office/officeart/2018/2/layout/IconVerticalSolidList"/>
    <dgm:cxn modelId="{1964EFD1-8810-4B57-9404-0D152496F95C}" type="presParOf" srcId="{0B1B2A86-38D0-4ED9-951A-D0D215A48A88}" destId="{D1C1CBBC-CFD6-4844-8A2B-7570EE52246B}" srcOrd="6" destOrd="0" presId="urn:microsoft.com/office/officeart/2018/2/layout/IconVerticalSolidList"/>
    <dgm:cxn modelId="{990C60D1-7491-4833-A369-9864F0E413F6}" type="presParOf" srcId="{D1C1CBBC-CFD6-4844-8A2B-7570EE52246B}" destId="{6F936C31-C849-48B0-A340-1DE5D53030C6}" srcOrd="0" destOrd="0" presId="urn:microsoft.com/office/officeart/2018/2/layout/IconVerticalSolidList"/>
    <dgm:cxn modelId="{1BA703AC-31BC-45BC-8BAF-06B5D1768776}" type="presParOf" srcId="{D1C1CBBC-CFD6-4844-8A2B-7570EE52246B}" destId="{83966FF1-3EF2-4C4B-BD52-59DC21DA0E26}" srcOrd="1" destOrd="0" presId="urn:microsoft.com/office/officeart/2018/2/layout/IconVerticalSolidList"/>
    <dgm:cxn modelId="{5E1AAA57-8CAB-47D6-8F8E-00400D7F945A}" type="presParOf" srcId="{D1C1CBBC-CFD6-4844-8A2B-7570EE52246B}" destId="{B24B8BBE-5CCF-455D-8571-9C387E3A49E6}" srcOrd="2" destOrd="0" presId="urn:microsoft.com/office/officeart/2018/2/layout/IconVerticalSolidList"/>
    <dgm:cxn modelId="{6E86E724-EA6A-466A-B260-B70FA373F362}" type="presParOf" srcId="{D1C1CBBC-CFD6-4844-8A2B-7570EE52246B}" destId="{77FC1C31-798A-40AC-977B-5E6D83CE8055}" srcOrd="3" destOrd="0" presId="urn:microsoft.com/office/officeart/2018/2/layout/IconVerticalSolidList"/>
    <dgm:cxn modelId="{73A5930C-D45B-4FB9-87DD-71EF3A4A2461}" type="presParOf" srcId="{0B1B2A86-38D0-4ED9-951A-D0D215A48A88}" destId="{CE4F891A-E562-4159-8A5E-9E5F88CD4D61}" srcOrd="7" destOrd="0" presId="urn:microsoft.com/office/officeart/2018/2/layout/IconVerticalSolidList"/>
    <dgm:cxn modelId="{37DBEA78-2464-4F73-BAA6-5641AECF7442}" type="presParOf" srcId="{0B1B2A86-38D0-4ED9-951A-D0D215A48A88}" destId="{AAE2EE5A-46BE-40C4-8B58-44C679589179}" srcOrd="8" destOrd="0" presId="urn:microsoft.com/office/officeart/2018/2/layout/IconVerticalSolidList"/>
    <dgm:cxn modelId="{03E77DB3-415F-450F-A7F5-AB6645555F55}" type="presParOf" srcId="{AAE2EE5A-46BE-40C4-8B58-44C679589179}" destId="{47660D28-3011-45CC-BDB9-63B9A6523726}" srcOrd="0" destOrd="0" presId="urn:microsoft.com/office/officeart/2018/2/layout/IconVerticalSolidList"/>
    <dgm:cxn modelId="{B495EF2B-94C7-4A9D-BED8-E86AC7C4A985}" type="presParOf" srcId="{AAE2EE5A-46BE-40C4-8B58-44C679589179}" destId="{95EBCC9F-F398-4D2E-8F3F-576E8FE703C5}" srcOrd="1" destOrd="0" presId="urn:microsoft.com/office/officeart/2018/2/layout/IconVerticalSolidList"/>
    <dgm:cxn modelId="{C71BE461-9A5A-4F26-8587-7BC7D879BEFF}" type="presParOf" srcId="{AAE2EE5A-46BE-40C4-8B58-44C679589179}" destId="{7C10A532-D14F-48CF-ACCE-E2AC0091668B}" srcOrd="2" destOrd="0" presId="urn:microsoft.com/office/officeart/2018/2/layout/IconVerticalSolidList"/>
    <dgm:cxn modelId="{C3CF1361-1E03-473D-958B-60FF4CC3BBB5}" type="presParOf" srcId="{AAE2EE5A-46BE-40C4-8B58-44C679589179}" destId="{52DF6264-FE2B-47FF-8167-EB647E2A1D3D}" srcOrd="3" destOrd="0" presId="urn:microsoft.com/office/officeart/2018/2/layout/IconVerticalSolidList"/>
    <dgm:cxn modelId="{7126F099-E3D9-4152-80EE-78DF5EE56739}" type="presParOf" srcId="{0B1B2A86-38D0-4ED9-951A-D0D215A48A88}" destId="{1B0C60C9-7439-4BF2-B912-27A66F33BB89}" srcOrd="9" destOrd="0" presId="urn:microsoft.com/office/officeart/2018/2/layout/IconVerticalSolidList"/>
    <dgm:cxn modelId="{2CE01399-C8BF-4890-A3AB-017EC27AF280}" type="presParOf" srcId="{0B1B2A86-38D0-4ED9-951A-D0D215A48A88}" destId="{8401B4A4-25C3-4474-AC39-901A538E6EEB}" srcOrd="10" destOrd="0" presId="urn:microsoft.com/office/officeart/2018/2/layout/IconVerticalSolidList"/>
    <dgm:cxn modelId="{D14A828C-F9DC-4393-9264-7C1BB77981F7}" type="presParOf" srcId="{8401B4A4-25C3-4474-AC39-901A538E6EEB}" destId="{051CFCE5-9A1E-42C8-A7F8-A5D194490069}" srcOrd="0" destOrd="0" presId="urn:microsoft.com/office/officeart/2018/2/layout/IconVerticalSolidList"/>
    <dgm:cxn modelId="{57BEBBFC-7A16-4386-9183-44A74D506A34}" type="presParOf" srcId="{8401B4A4-25C3-4474-AC39-901A538E6EEB}" destId="{69CADF0F-5ECF-497E-9B69-A26AAD6913A4}" srcOrd="1" destOrd="0" presId="urn:microsoft.com/office/officeart/2018/2/layout/IconVerticalSolidList"/>
    <dgm:cxn modelId="{B72BE00A-FA7A-4A04-B253-344F1D8C195E}" type="presParOf" srcId="{8401B4A4-25C3-4474-AC39-901A538E6EEB}" destId="{EF965FD9-FCE7-4064-812D-09969EC7B94D}" srcOrd="2" destOrd="0" presId="urn:microsoft.com/office/officeart/2018/2/layout/IconVerticalSolidList"/>
    <dgm:cxn modelId="{BB2EB03E-351F-48E1-8DBA-572F3D28C55A}" type="presParOf" srcId="{8401B4A4-25C3-4474-AC39-901A538E6EEB}" destId="{A2BEF023-053F-4A6A-842C-6094B090B2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B2BA2-41A8-475A-AB03-A187A7FE9BEF}">
      <dsp:nvSpPr>
        <dsp:cNvPr id="0" name=""/>
        <dsp:cNvSpPr/>
      </dsp:nvSpPr>
      <dsp:spPr>
        <a:xfrm>
          <a:off x="318583" y="517601"/>
          <a:ext cx="982195" cy="9821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F9136D-365F-4554-B0DF-54DE54A20812}">
      <dsp:nvSpPr>
        <dsp:cNvPr id="0" name=""/>
        <dsp:cNvSpPr/>
      </dsp:nvSpPr>
      <dsp:spPr>
        <a:xfrm>
          <a:off x="527903" y="726922"/>
          <a:ext cx="563554" cy="5635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5D8A7-7120-4D78-B7EB-C39C4DB56FC3}">
      <dsp:nvSpPr>
        <dsp:cNvPr id="0" name=""/>
        <dsp:cNvSpPr/>
      </dsp:nvSpPr>
      <dsp:spPr>
        <a:xfrm>
          <a:off x="4602" y="1805726"/>
          <a:ext cx="1610156" cy="10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 dirty="0"/>
            <a:t> </a:t>
          </a:r>
          <a:r>
            <a:rPr lang="es-ES" sz="1100" kern="1200" dirty="0">
              <a:solidFill>
                <a:schemeClr val="tx1"/>
              </a:solidFill>
            </a:rPr>
            <a:t>Investigar el funcionamiento del modelo de </a:t>
          </a:r>
          <a:r>
            <a:rPr lang="es-ES" sz="1100" kern="1200" dirty="0" err="1">
              <a:solidFill>
                <a:schemeClr val="tx1"/>
              </a:solidFill>
            </a:rPr>
            <a:t>MediaPipe</a:t>
          </a:r>
          <a:r>
            <a:rPr lang="es-ES" sz="1100" kern="1200" dirty="0">
              <a:solidFill>
                <a:schemeClr val="tx1"/>
              </a:solidFill>
            </a:rPr>
            <a:t> de </a:t>
          </a:r>
          <a:r>
            <a:rPr lang="es-ES" sz="1100" kern="1200" dirty="0" err="1">
              <a:solidFill>
                <a:schemeClr val="tx1"/>
              </a:solidFill>
            </a:rPr>
            <a:t>google</a:t>
          </a:r>
          <a:endParaRPr lang="es-ES" sz="1100" kern="1200" dirty="0">
            <a:solidFill>
              <a:schemeClr val="tx1"/>
            </a:solidFill>
          </a:endParaRPr>
        </a:p>
      </dsp:txBody>
      <dsp:txXfrm>
        <a:off x="4602" y="1805726"/>
        <a:ext cx="1610156" cy="1026474"/>
      </dsp:txXfrm>
    </dsp:sp>
    <dsp:sp modelId="{B49B7F4E-4000-413C-9FFF-DDAEF785E095}">
      <dsp:nvSpPr>
        <dsp:cNvPr id="0" name=""/>
        <dsp:cNvSpPr/>
      </dsp:nvSpPr>
      <dsp:spPr>
        <a:xfrm>
          <a:off x="2210516" y="517601"/>
          <a:ext cx="982195" cy="9821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EF8EBD-152D-4C1B-95EE-7D8D932FA866}">
      <dsp:nvSpPr>
        <dsp:cNvPr id="0" name=""/>
        <dsp:cNvSpPr/>
      </dsp:nvSpPr>
      <dsp:spPr>
        <a:xfrm>
          <a:off x="2419837" y="726922"/>
          <a:ext cx="563554" cy="5635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A38F9-331A-4F78-89F0-9CDAEAB70CDA}">
      <dsp:nvSpPr>
        <dsp:cNvPr id="0" name=""/>
        <dsp:cNvSpPr/>
      </dsp:nvSpPr>
      <dsp:spPr>
        <a:xfrm>
          <a:off x="1896536" y="1805726"/>
          <a:ext cx="1610156" cy="10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Implementar el modelo de detección de palma de </a:t>
          </a:r>
          <a:r>
            <a:rPr lang="es-ES" sz="1100" kern="1200" err="1"/>
            <a:t>MediaPipe</a:t>
          </a:r>
          <a:r>
            <a:rPr lang="es-ES" sz="1100" kern="1200"/>
            <a:t>.</a:t>
          </a:r>
          <a:endParaRPr lang="en-US" sz="1100" kern="1200"/>
        </a:p>
      </dsp:txBody>
      <dsp:txXfrm>
        <a:off x="1896536" y="1805726"/>
        <a:ext cx="1610156" cy="1026474"/>
      </dsp:txXfrm>
    </dsp:sp>
    <dsp:sp modelId="{5CCAFEAA-F27C-49EC-A2E5-491E2D65EC56}">
      <dsp:nvSpPr>
        <dsp:cNvPr id="0" name=""/>
        <dsp:cNvSpPr/>
      </dsp:nvSpPr>
      <dsp:spPr>
        <a:xfrm>
          <a:off x="4102450" y="517601"/>
          <a:ext cx="982195" cy="9821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17D6F-57D7-4C36-B188-99F553E6BD09}">
      <dsp:nvSpPr>
        <dsp:cNvPr id="0" name=""/>
        <dsp:cNvSpPr/>
      </dsp:nvSpPr>
      <dsp:spPr>
        <a:xfrm>
          <a:off x="4311770" y="726922"/>
          <a:ext cx="563554" cy="5635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E0D79-1DA5-4094-BAC7-B705A66D1001}">
      <dsp:nvSpPr>
        <dsp:cNvPr id="0" name=""/>
        <dsp:cNvSpPr/>
      </dsp:nvSpPr>
      <dsp:spPr>
        <a:xfrm>
          <a:off x="3788470" y="1805726"/>
          <a:ext cx="1610156" cy="10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Reconocer al menos cinco gestos estáticos.</a:t>
          </a:r>
          <a:endParaRPr lang="en-US" sz="1100" kern="1200"/>
        </a:p>
      </dsp:txBody>
      <dsp:txXfrm>
        <a:off x="3788470" y="1805726"/>
        <a:ext cx="1610156" cy="1026474"/>
      </dsp:txXfrm>
    </dsp:sp>
    <dsp:sp modelId="{7A136997-946B-4AF9-8C14-C795D27967E2}">
      <dsp:nvSpPr>
        <dsp:cNvPr id="0" name=""/>
        <dsp:cNvSpPr/>
      </dsp:nvSpPr>
      <dsp:spPr>
        <a:xfrm>
          <a:off x="5994384" y="517601"/>
          <a:ext cx="982195" cy="9821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5FA6E-BC0F-413A-AC0C-3157F1E18EE9}">
      <dsp:nvSpPr>
        <dsp:cNvPr id="0" name=""/>
        <dsp:cNvSpPr/>
      </dsp:nvSpPr>
      <dsp:spPr>
        <a:xfrm>
          <a:off x="6203704" y="726922"/>
          <a:ext cx="563554" cy="5635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B93F3-5E38-4419-A77E-327B4202022E}">
      <dsp:nvSpPr>
        <dsp:cNvPr id="0" name=""/>
        <dsp:cNvSpPr/>
      </dsp:nvSpPr>
      <dsp:spPr>
        <a:xfrm>
          <a:off x="5680403" y="1805726"/>
          <a:ext cx="1610156" cy="10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 dirty="0"/>
            <a:t>Mostrar la imagen de la cámara en una interfaz web, con la sobreimpresión de los puntos y la cantidad de FPS alcanzados.</a:t>
          </a:r>
          <a:endParaRPr lang="en-US" sz="1100" kern="1200" dirty="0"/>
        </a:p>
      </dsp:txBody>
      <dsp:txXfrm>
        <a:off x="5680403" y="1805726"/>
        <a:ext cx="1610156" cy="1026474"/>
      </dsp:txXfrm>
    </dsp:sp>
    <dsp:sp modelId="{22966E22-7AFA-46ED-B559-62E771B260F0}">
      <dsp:nvSpPr>
        <dsp:cNvPr id="0" name=""/>
        <dsp:cNvSpPr/>
      </dsp:nvSpPr>
      <dsp:spPr>
        <a:xfrm>
          <a:off x="7886317" y="517601"/>
          <a:ext cx="982195" cy="9821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933EF8-97D9-4E30-B34F-9A1D30368F55}">
      <dsp:nvSpPr>
        <dsp:cNvPr id="0" name=""/>
        <dsp:cNvSpPr/>
      </dsp:nvSpPr>
      <dsp:spPr>
        <a:xfrm>
          <a:off x="8095638" y="726922"/>
          <a:ext cx="563554" cy="5635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1F19A-52C7-4613-BBA4-D55BE3AC6F29}">
      <dsp:nvSpPr>
        <dsp:cNvPr id="0" name=""/>
        <dsp:cNvSpPr/>
      </dsp:nvSpPr>
      <dsp:spPr>
        <a:xfrm>
          <a:off x="7572337" y="1805726"/>
          <a:ext cx="1610156" cy="10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Enviar los gestos reconocidos al </a:t>
          </a:r>
          <a:r>
            <a:rPr lang="es-ES" sz="1100" kern="1200" err="1"/>
            <a:t>NodeMCU</a:t>
          </a:r>
          <a:r>
            <a:rPr lang="es-ES" sz="1100" kern="1200"/>
            <a:t>.</a:t>
          </a:r>
          <a:endParaRPr lang="en-US" sz="1100" kern="1200"/>
        </a:p>
      </dsp:txBody>
      <dsp:txXfrm>
        <a:off x="7572337" y="1805726"/>
        <a:ext cx="1610156" cy="1026474"/>
      </dsp:txXfrm>
    </dsp:sp>
    <dsp:sp modelId="{EBE287C4-90BB-4376-B33A-EF57293811AB}">
      <dsp:nvSpPr>
        <dsp:cNvPr id="0" name=""/>
        <dsp:cNvSpPr/>
      </dsp:nvSpPr>
      <dsp:spPr>
        <a:xfrm>
          <a:off x="9778251" y="517601"/>
          <a:ext cx="982195" cy="9821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0F8C45-98F9-4303-85C4-13CD8942E431}">
      <dsp:nvSpPr>
        <dsp:cNvPr id="0" name=""/>
        <dsp:cNvSpPr/>
      </dsp:nvSpPr>
      <dsp:spPr>
        <a:xfrm>
          <a:off x="9987571" y="726922"/>
          <a:ext cx="563554" cy="56355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6241C-1CCD-4DC6-8DAC-C8A02B253699}">
      <dsp:nvSpPr>
        <dsp:cNvPr id="0" name=""/>
        <dsp:cNvSpPr/>
      </dsp:nvSpPr>
      <dsp:spPr>
        <a:xfrm>
          <a:off x="9464270" y="1805726"/>
          <a:ext cx="1610156" cy="10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Reflejar cada gesto en una acción específica del autito.</a:t>
          </a:r>
          <a:endParaRPr lang="en-US" sz="1100" kern="1200"/>
        </a:p>
      </dsp:txBody>
      <dsp:txXfrm>
        <a:off x="9464270" y="1805726"/>
        <a:ext cx="1610156" cy="10264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03673A-D01C-4AB7-9A5D-29AC5C967205}">
      <dsp:nvSpPr>
        <dsp:cNvPr id="0" name=""/>
        <dsp:cNvSpPr/>
      </dsp:nvSpPr>
      <dsp:spPr>
        <a:xfrm>
          <a:off x="0" y="1750"/>
          <a:ext cx="5715000" cy="7457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BE74AE-B857-4DAC-B43A-FA2C1010A619}">
      <dsp:nvSpPr>
        <dsp:cNvPr id="0" name=""/>
        <dsp:cNvSpPr/>
      </dsp:nvSpPr>
      <dsp:spPr>
        <a:xfrm>
          <a:off x="225589" y="169544"/>
          <a:ext cx="410163" cy="4101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8815E-5D24-4382-BB5A-3DCDDDF257F0}">
      <dsp:nvSpPr>
        <dsp:cNvPr id="0" name=""/>
        <dsp:cNvSpPr/>
      </dsp:nvSpPr>
      <dsp:spPr>
        <a:xfrm>
          <a:off x="861343" y="1750"/>
          <a:ext cx="48536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i="0" kern="1200"/>
            <a:t>Visualización en vivo de la cámara del ESP32-CAM.</a:t>
          </a:r>
          <a:endParaRPr lang="en-US" sz="1600" kern="1200"/>
        </a:p>
      </dsp:txBody>
      <dsp:txXfrm>
        <a:off x="861343" y="1750"/>
        <a:ext cx="4853656" cy="745751"/>
      </dsp:txXfrm>
    </dsp:sp>
    <dsp:sp modelId="{A3A088D2-961F-4BF4-B2C9-4928AF745084}">
      <dsp:nvSpPr>
        <dsp:cNvPr id="0" name=""/>
        <dsp:cNvSpPr/>
      </dsp:nvSpPr>
      <dsp:spPr>
        <a:xfrm>
          <a:off x="0" y="933939"/>
          <a:ext cx="5715000" cy="7457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BD872-69FD-4306-9491-CFC216064278}">
      <dsp:nvSpPr>
        <dsp:cNvPr id="0" name=""/>
        <dsp:cNvSpPr/>
      </dsp:nvSpPr>
      <dsp:spPr>
        <a:xfrm>
          <a:off x="225589" y="1101733"/>
          <a:ext cx="410163" cy="4101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07ADE-76F5-428C-A67A-5F688D15E32E}">
      <dsp:nvSpPr>
        <dsp:cNvPr id="0" name=""/>
        <dsp:cNvSpPr/>
      </dsp:nvSpPr>
      <dsp:spPr>
        <a:xfrm>
          <a:off x="861343" y="933939"/>
          <a:ext cx="48536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i="0" kern="1200"/>
            <a:t>Sobreimpresión de los 21 puntos de referencia de la mano en la imagen.</a:t>
          </a:r>
          <a:endParaRPr lang="en-US" sz="1600" kern="1200"/>
        </a:p>
      </dsp:txBody>
      <dsp:txXfrm>
        <a:off x="861343" y="933939"/>
        <a:ext cx="4853656" cy="745751"/>
      </dsp:txXfrm>
    </dsp:sp>
    <dsp:sp modelId="{C8AC5FA2-DFD0-436F-BFD7-2C19D342E0A0}">
      <dsp:nvSpPr>
        <dsp:cNvPr id="0" name=""/>
        <dsp:cNvSpPr/>
      </dsp:nvSpPr>
      <dsp:spPr>
        <a:xfrm>
          <a:off x="0" y="1866129"/>
          <a:ext cx="5715000" cy="74575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667130-F1F7-4B00-A646-DBE0540793CF}">
      <dsp:nvSpPr>
        <dsp:cNvPr id="0" name=""/>
        <dsp:cNvSpPr/>
      </dsp:nvSpPr>
      <dsp:spPr>
        <a:xfrm>
          <a:off x="225589" y="2033923"/>
          <a:ext cx="410163" cy="410163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5B936-DD59-419D-95AF-D0D031B85149}">
      <dsp:nvSpPr>
        <dsp:cNvPr id="0" name=""/>
        <dsp:cNvSpPr/>
      </dsp:nvSpPr>
      <dsp:spPr>
        <a:xfrm>
          <a:off x="861343" y="1866129"/>
          <a:ext cx="48536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i="0" kern="1200"/>
            <a:t>Visualización en tiempo real de la cantidad de FPS alcanzados.</a:t>
          </a:r>
          <a:endParaRPr lang="en-US" sz="1600" kern="1200"/>
        </a:p>
      </dsp:txBody>
      <dsp:txXfrm>
        <a:off x="861343" y="1866129"/>
        <a:ext cx="4853656" cy="745751"/>
      </dsp:txXfrm>
    </dsp:sp>
    <dsp:sp modelId="{6F936C31-C849-48B0-A340-1DE5D53030C6}">
      <dsp:nvSpPr>
        <dsp:cNvPr id="0" name=""/>
        <dsp:cNvSpPr/>
      </dsp:nvSpPr>
      <dsp:spPr>
        <a:xfrm>
          <a:off x="0" y="2798318"/>
          <a:ext cx="5715000" cy="7457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966FF1-3EF2-4C4B-BD52-59DC21DA0E26}">
      <dsp:nvSpPr>
        <dsp:cNvPr id="0" name=""/>
        <dsp:cNvSpPr/>
      </dsp:nvSpPr>
      <dsp:spPr>
        <a:xfrm>
          <a:off x="225589" y="2966113"/>
          <a:ext cx="410163" cy="4101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C1C31-798A-40AC-977B-5E6D83CE8055}">
      <dsp:nvSpPr>
        <dsp:cNvPr id="0" name=""/>
        <dsp:cNvSpPr/>
      </dsp:nvSpPr>
      <dsp:spPr>
        <a:xfrm>
          <a:off x="861343" y="2798318"/>
          <a:ext cx="48536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i="0" kern="1200"/>
            <a:t>Indicación clara del gesto detectado en cada momento.</a:t>
          </a:r>
          <a:endParaRPr lang="en-US" sz="1600" kern="1200"/>
        </a:p>
      </dsp:txBody>
      <dsp:txXfrm>
        <a:off x="861343" y="2798318"/>
        <a:ext cx="4853656" cy="745751"/>
      </dsp:txXfrm>
    </dsp:sp>
    <dsp:sp modelId="{47660D28-3011-45CC-BDB9-63B9A6523726}">
      <dsp:nvSpPr>
        <dsp:cNvPr id="0" name=""/>
        <dsp:cNvSpPr/>
      </dsp:nvSpPr>
      <dsp:spPr>
        <a:xfrm>
          <a:off x="0" y="3730508"/>
          <a:ext cx="5715000" cy="74575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BCC9F-F398-4D2E-8F3F-576E8FE703C5}">
      <dsp:nvSpPr>
        <dsp:cNvPr id="0" name=""/>
        <dsp:cNvSpPr/>
      </dsp:nvSpPr>
      <dsp:spPr>
        <a:xfrm>
          <a:off x="225589" y="3898302"/>
          <a:ext cx="410163" cy="41016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F6264-FE2B-47FF-8167-EB647E2A1D3D}">
      <dsp:nvSpPr>
        <dsp:cNvPr id="0" name=""/>
        <dsp:cNvSpPr/>
      </dsp:nvSpPr>
      <dsp:spPr>
        <a:xfrm>
          <a:off x="861343" y="3730508"/>
          <a:ext cx="48536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i="0" kern="1200"/>
            <a:t>Instrucciones básicas de uso y esquema de los gestos posibles con su correspondiente acción en el autito.</a:t>
          </a:r>
          <a:endParaRPr lang="en-US" sz="1600" kern="1200"/>
        </a:p>
      </dsp:txBody>
      <dsp:txXfrm>
        <a:off x="861343" y="3730508"/>
        <a:ext cx="4853656" cy="745751"/>
      </dsp:txXfrm>
    </dsp:sp>
    <dsp:sp modelId="{051CFCE5-9A1E-42C8-A7F8-A5D194490069}">
      <dsp:nvSpPr>
        <dsp:cNvPr id="0" name=""/>
        <dsp:cNvSpPr/>
      </dsp:nvSpPr>
      <dsp:spPr>
        <a:xfrm>
          <a:off x="0" y="4662698"/>
          <a:ext cx="5715000" cy="7457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ADF0F-5ECF-497E-9B69-A26AAD6913A4}">
      <dsp:nvSpPr>
        <dsp:cNvPr id="0" name=""/>
        <dsp:cNvSpPr/>
      </dsp:nvSpPr>
      <dsp:spPr>
        <a:xfrm>
          <a:off x="225589" y="4830492"/>
          <a:ext cx="410163" cy="41016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BEF023-053F-4A6A-842C-6094B090B25A}">
      <dsp:nvSpPr>
        <dsp:cNvPr id="0" name=""/>
        <dsp:cNvSpPr/>
      </dsp:nvSpPr>
      <dsp:spPr>
        <a:xfrm>
          <a:off x="861343" y="4662698"/>
          <a:ext cx="4853656" cy="745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25" tIns="78925" rIns="78925" bIns="7892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i="0" kern="1200"/>
            <a:t>Accesibilidad desde cualquier navegador web conectado a la misma red que el ESP32.</a:t>
          </a:r>
          <a:endParaRPr lang="en-US" sz="1600" kern="1200"/>
        </a:p>
      </dsp:txBody>
      <dsp:txXfrm>
        <a:off x="861343" y="4662698"/>
        <a:ext cx="4853656" cy="7457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751DF-6666-4A79-9BDB-90C9AAD2316C}" type="datetimeFigureOut">
              <a:rPr lang="es-AR" smtClean="0"/>
              <a:t>11/9/2025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7F967-FCD1-44A4-A733-D4FCE1BB69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9785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F7F967-FCD1-44A4-A733-D4FCE1BB692E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041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F7F967-FCD1-44A4-A733-D4FCE1BB692E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02925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0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89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64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75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6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44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52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31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9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61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SKN376kPuccbfNjQpa3UjFS9dl1-yYH7/view?usp=drive_link" TargetMode="External"/><Relationship Id="rId7" Type="http://schemas.openxmlformats.org/officeDocument/2006/relationships/hyperlink" Target="https://drive.google.com/file/d/1m-_4FdVCAwzul9VL6nvN1up71qtnBnvd/view?usp=sharing" TargetMode="External"/><Relationship Id="rId2" Type="http://schemas.openxmlformats.org/officeDocument/2006/relationships/hyperlink" Target="https://www.espressif.com/sites/default/files/documentation/esp32-wroom-32e_esp32-wroom-32ue_datasheet_en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iltronics.com.au/product/10137/yellow-motor-3-12vdc-2-flats-shaft/" TargetMode="External"/><Relationship Id="rId5" Type="http://schemas.openxmlformats.org/officeDocument/2006/relationships/hyperlink" Target="https://drive.google.com/file/d/1HGmLNJPcd959SCk5m6EyEzB6nV17Yj9W/view?usp=sharing" TargetMode="External"/><Relationship Id="rId4" Type="http://schemas.openxmlformats.org/officeDocument/2006/relationships/hyperlink" Target="https://drive.google.com/file/d/1RLVYfJoPVhHln0xbIsDM05hmFTivkLLt/view?usp=sharing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87F7C4-3C74-696D-40F7-89BC115C6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18422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Taller de Proyecto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094964-2197-A337-1D20-6F00E3ABA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1" y="2969575"/>
            <a:ext cx="2225202" cy="459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/>
              <a:t>Plan de Proyecto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3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9ADBAC0-ED52-C169-083B-E7267F3AC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0" r="26800"/>
          <a:stretch/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0CF133A-C085-DA99-EC74-0D397A2CB07D}"/>
              </a:ext>
            </a:extLst>
          </p:cNvPr>
          <p:cNvSpPr txBox="1"/>
          <p:nvPr/>
        </p:nvSpPr>
        <p:spPr>
          <a:xfrm>
            <a:off x="703400" y="5113058"/>
            <a:ext cx="343083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A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Caciani Toniolo Melina – 02866/1</a:t>
            </a:r>
          </a:p>
          <a:p>
            <a:pPr>
              <a:spcAft>
                <a:spcPts val="600"/>
              </a:spcAft>
            </a:pPr>
            <a:r>
              <a:rPr lang="es-AR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Chanquía</a:t>
            </a:r>
            <a:r>
              <a:rPr lang="es-A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Joaquín - 02887/7</a:t>
            </a:r>
          </a:p>
          <a:p>
            <a:pPr>
              <a:spcAft>
                <a:spcPts val="600"/>
              </a:spcAft>
            </a:pPr>
            <a:r>
              <a:rPr lang="es-AR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Ollier</a:t>
            </a:r>
            <a:r>
              <a:rPr lang="es-A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Gabriel – 02958/4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9FD2D7-3BED-2F0F-D575-FFEC95F96976}"/>
              </a:ext>
            </a:extLst>
          </p:cNvPr>
          <p:cNvSpPr txBox="1"/>
          <p:nvPr/>
        </p:nvSpPr>
        <p:spPr>
          <a:xfrm>
            <a:off x="800100" y="3686783"/>
            <a:ext cx="4914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/>
              <a:t>A4 – Reconocimiento de gesto estático</a:t>
            </a:r>
          </a:p>
        </p:txBody>
      </p:sp>
    </p:spTree>
    <p:extLst>
      <p:ext uri="{BB962C8B-B14F-4D97-AF65-F5344CB8AC3E}">
        <p14:creationId xmlns:p14="http://schemas.microsoft.com/office/powerpoint/2010/main" val="2715411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ETECTOR DE MANOS EN PYTHON, CON «opencv» Y «mediapipe». – El Programador  Chapuzas">
            <a:extLst>
              <a:ext uri="{FF2B5EF4-FFF2-40B4-BE49-F238E27FC236}">
                <a16:creationId xmlns:a16="http://schemas.microsoft.com/office/drawing/2014/main" id="{F2299B57-C6AE-993A-1632-0D72C3111F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1" t="3074" r="7284"/>
          <a:stretch>
            <a:fillRect/>
          </a:stretch>
        </p:blipFill>
        <p:spPr bwMode="auto">
          <a:xfrm>
            <a:off x="1946638" y="3322102"/>
            <a:ext cx="2240782" cy="278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CED4EAF-E683-3A33-F8D5-8ED1AE84A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2" y="894945"/>
            <a:ext cx="7699043" cy="972969"/>
          </a:xfrm>
        </p:spPr>
        <p:txBody>
          <a:bodyPr>
            <a:normAutofit fontScale="90000"/>
          </a:bodyPr>
          <a:lstStyle/>
          <a:p>
            <a:r>
              <a:rPr lang="es-AR" dirty="0"/>
              <a:t>OBJETIVO GENERAL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3337E2-4862-76B2-4EC7-5F26ADC7B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2" y="2065867"/>
            <a:ext cx="10632067" cy="1500187"/>
          </a:xfrm>
        </p:spPr>
        <p:txBody>
          <a:bodyPr>
            <a:normAutofit fontScale="92500"/>
          </a:bodyPr>
          <a:lstStyle/>
          <a:p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 busca desarrollar con </a:t>
            </a:r>
            <a:r>
              <a:rPr lang="es-E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TensorFlow</a:t>
            </a:r>
            <a:r>
              <a:rPr lang="es-E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Lite</a:t>
            </a: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 un </a:t>
            </a:r>
            <a:r>
              <a:rPr lang="es-E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ESP32</a:t>
            </a: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con </a:t>
            </a:r>
            <a:r>
              <a:rPr lang="es-E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CAM</a:t>
            </a: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un sistema que pueda reconocer los movimientos de los dedos de una mano humana y traducir dichos gestos en comandos de movimiento para un vehículo robótico controlado a distancia.</a:t>
            </a:r>
            <a:endParaRPr lang="es-A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8" name="Picture 4" descr="Auto Robot Arduino | MercadoLibre">
            <a:extLst>
              <a:ext uri="{FF2B5EF4-FFF2-40B4-BE49-F238E27FC236}">
                <a16:creationId xmlns:a16="http://schemas.microsoft.com/office/drawing/2014/main" id="{27454830-4A41-0404-1394-7DAAB3C27E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7" t="15978" r="3237" b="14874"/>
          <a:stretch>
            <a:fillRect/>
          </a:stretch>
        </p:blipFill>
        <p:spPr bwMode="auto">
          <a:xfrm>
            <a:off x="6087275" y="3532007"/>
            <a:ext cx="3486778" cy="257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038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75A45-10DD-37BE-3902-EDA3618BA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924448"/>
            <a:ext cx="8770261" cy="774246"/>
          </a:xfrm>
        </p:spPr>
        <p:txBody>
          <a:bodyPr>
            <a:normAutofit fontScale="90000"/>
          </a:bodyPr>
          <a:lstStyle/>
          <a:p>
            <a:r>
              <a:rPr lang="es-AR" sz="4800"/>
              <a:t>Funcionalidad y requerimientos</a:t>
            </a:r>
          </a:p>
        </p:txBody>
      </p:sp>
      <p:graphicFrame>
        <p:nvGraphicFramePr>
          <p:cNvPr id="17" name="Marcador de texto 2">
            <a:extLst>
              <a:ext uri="{FF2B5EF4-FFF2-40B4-BE49-F238E27FC236}">
                <a16:creationId xmlns:a16="http://schemas.microsoft.com/office/drawing/2014/main" id="{3C05337C-68CE-2BE5-6B33-F7EE1F7132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7966548"/>
              </p:ext>
            </p:extLst>
          </p:nvPr>
        </p:nvGraphicFramePr>
        <p:xfrm>
          <a:off x="574706" y="2408971"/>
          <a:ext cx="11079030" cy="3349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9299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486CF-A378-A9DA-65E6-B3175C403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15D20-3D67-924C-D24E-0E39843B6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PARTES DE HARDWARE</a:t>
            </a:r>
          </a:p>
        </p:txBody>
      </p:sp>
      <p:pic>
        <p:nvPicPr>
          <p:cNvPr id="2050" name="Picture 2" descr="PLACA DESARROLLO ESPRESSIF ESP32 CH9102X DUAL CORE WIFI BLUETOOTH">
            <a:extLst>
              <a:ext uri="{FF2B5EF4-FFF2-40B4-BE49-F238E27FC236}">
                <a16:creationId xmlns:a16="http://schemas.microsoft.com/office/drawing/2014/main" id="{7B31DFE8-0257-8648-DFFE-3082BE49509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t="15359" r="2927" b="13931"/>
          <a:stretch>
            <a:fillRect/>
          </a:stretch>
        </p:blipFill>
        <p:spPr bwMode="auto">
          <a:xfrm>
            <a:off x="309520" y="2182731"/>
            <a:ext cx="2046037" cy="1532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 descr="Módulo Cámara Ov7670 Arduino Pic Rpi Vision Robot Ubot | MercadoLibre">
            <a:extLst>
              <a:ext uri="{FF2B5EF4-FFF2-40B4-BE49-F238E27FC236}">
                <a16:creationId xmlns:a16="http://schemas.microsoft.com/office/drawing/2014/main" id="{A30AE61D-04CF-26A7-EDB4-17609E9022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9" name="Marcador de contenido 18">
            <a:extLst>
              <a:ext uri="{FF2B5EF4-FFF2-40B4-BE49-F238E27FC236}">
                <a16:creationId xmlns:a16="http://schemas.microsoft.com/office/drawing/2014/main" id="{9AABFDFB-8D72-497D-0021-57BFE38D618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4461432" y="2346689"/>
            <a:ext cx="2092594" cy="136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73438C9-C177-0214-564F-C067B83F1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2" y="4036860"/>
            <a:ext cx="2226901" cy="1613536"/>
          </a:xfrm>
          <a:prstGeom prst="rect">
            <a:avLst/>
          </a:prstGeom>
        </p:spPr>
      </p:pic>
      <p:pic>
        <p:nvPicPr>
          <p:cNvPr id="2070" name="Picture 22" descr="L298N Motor Driver Board para Stepper Motor Smart Argentina | Ubuy">
            <a:extLst>
              <a:ext uri="{FF2B5EF4-FFF2-40B4-BE49-F238E27FC236}">
                <a16:creationId xmlns:a16="http://schemas.microsoft.com/office/drawing/2014/main" id="{16F5611C-6117-33A7-9585-233A7C2C50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" t="5107" r="3995" b="4965"/>
          <a:stretch>
            <a:fillRect/>
          </a:stretch>
        </p:blipFill>
        <p:spPr bwMode="auto">
          <a:xfrm>
            <a:off x="8513593" y="3841926"/>
            <a:ext cx="1921965" cy="1898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D1F8042-C88E-7045-B365-56BDD917E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593" y="2198331"/>
            <a:ext cx="1892389" cy="1383069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EC048498-7DDE-F154-B6DE-A033194D598B}"/>
              </a:ext>
            </a:extLst>
          </p:cNvPr>
          <p:cNvSpPr txBox="1"/>
          <p:nvPr/>
        </p:nvSpPr>
        <p:spPr>
          <a:xfrm>
            <a:off x="954345" y="5787724"/>
            <a:ext cx="7559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latin typeface="+mj-lt"/>
              </a:rPr>
              <a:t>Además de pilas, </a:t>
            </a:r>
            <a:r>
              <a:rPr lang="es-AR" sz="1600" dirty="0" err="1">
                <a:latin typeface="+mj-lt"/>
              </a:rPr>
              <a:t>portapilas</a:t>
            </a:r>
            <a:r>
              <a:rPr lang="es-AR" sz="1600" dirty="0">
                <a:latin typeface="+mj-lt"/>
              </a:rPr>
              <a:t>, cables, resistencias, rueda loca, placa perforada, etc</a:t>
            </a:r>
            <a:r>
              <a:rPr lang="es-AR" dirty="0">
                <a:latin typeface="+mj-lt"/>
              </a:rPr>
              <a:t>.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A30E075F-D7EA-9C7A-DE58-2CB89070C8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643" t="2788" r="10658" b="5123"/>
          <a:stretch>
            <a:fillRect/>
          </a:stretch>
        </p:blipFill>
        <p:spPr>
          <a:xfrm>
            <a:off x="4740131" y="3894229"/>
            <a:ext cx="1743630" cy="1703473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8743FA-2B87-FD27-9956-0612A50D5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1423" y="4519057"/>
            <a:ext cx="1541816" cy="380317"/>
          </a:xfrm>
        </p:spPr>
        <p:txBody>
          <a:bodyPr>
            <a:normAutofit fontScale="92500"/>
          </a:bodyPr>
          <a:lstStyle/>
          <a:p>
            <a:r>
              <a:rPr lang="es-AR" dirty="0"/>
              <a:t>MODULO OV7670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88604B3-1A6A-C911-4575-BCE7B69C45B2}"/>
              </a:ext>
            </a:extLst>
          </p:cNvPr>
          <p:cNvCxnSpPr/>
          <p:nvPr/>
        </p:nvCxnSpPr>
        <p:spPr>
          <a:xfrm>
            <a:off x="4338536" y="2182731"/>
            <a:ext cx="0" cy="3467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CD3668A-053D-29EC-B6D9-ADEB4654C053}"/>
              </a:ext>
            </a:extLst>
          </p:cNvPr>
          <p:cNvCxnSpPr/>
          <p:nvPr/>
        </p:nvCxnSpPr>
        <p:spPr>
          <a:xfrm>
            <a:off x="8420768" y="2130037"/>
            <a:ext cx="0" cy="3467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54319345-1413-B9F6-06B6-21A8999FC286}"/>
              </a:ext>
            </a:extLst>
          </p:cNvPr>
          <p:cNvSpPr txBox="1"/>
          <p:nvPr/>
        </p:nvSpPr>
        <p:spPr>
          <a:xfrm>
            <a:off x="2675593" y="2661684"/>
            <a:ext cx="1459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latin typeface="+mj-lt"/>
              </a:rPr>
              <a:t>ESP32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792330-81B2-B9EA-DEFC-8391BEAA874B}"/>
              </a:ext>
            </a:extLst>
          </p:cNvPr>
          <p:cNvSpPr txBox="1"/>
          <p:nvPr/>
        </p:nvSpPr>
        <p:spPr>
          <a:xfrm>
            <a:off x="10526643" y="4674351"/>
            <a:ext cx="1626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>
                <a:latin typeface="+mj-lt"/>
              </a:rPr>
              <a:t>DRIVER L298N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0BE396A-2C0F-FD33-0E5E-4623BD284165}"/>
              </a:ext>
            </a:extLst>
          </p:cNvPr>
          <p:cNvSpPr txBox="1"/>
          <p:nvPr/>
        </p:nvSpPr>
        <p:spPr>
          <a:xfrm>
            <a:off x="6554026" y="2758752"/>
            <a:ext cx="1986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 err="1">
                <a:latin typeface="+mj-lt"/>
              </a:rPr>
              <a:t>NodeMCU</a:t>
            </a:r>
            <a:r>
              <a:rPr lang="es-AR" sz="1600" b="1" dirty="0">
                <a:latin typeface="+mj-lt"/>
              </a:rPr>
              <a:t> D1 mini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B5FE160-EC82-9115-4B6F-8AB7EBAD8363}"/>
              </a:ext>
            </a:extLst>
          </p:cNvPr>
          <p:cNvSpPr txBox="1"/>
          <p:nvPr/>
        </p:nvSpPr>
        <p:spPr>
          <a:xfrm>
            <a:off x="6757825" y="4564299"/>
            <a:ext cx="1459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b="1" dirty="0">
                <a:latin typeface="+mj-lt"/>
              </a:rPr>
              <a:t>STEPDOWN</a:t>
            </a:r>
          </a:p>
          <a:p>
            <a:pPr algn="ctr"/>
            <a:r>
              <a:rPr lang="es-AR" sz="1600" b="1" dirty="0">
                <a:latin typeface="+mj-lt"/>
              </a:rPr>
              <a:t>AMS1117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76C5B2-DF41-1C53-DC28-8D9E3D452994}"/>
              </a:ext>
            </a:extLst>
          </p:cNvPr>
          <p:cNvSpPr txBox="1"/>
          <p:nvPr/>
        </p:nvSpPr>
        <p:spPr>
          <a:xfrm>
            <a:off x="10600281" y="2635641"/>
            <a:ext cx="14787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>
                <a:latin typeface="+mj-lt"/>
              </a:rPr>
              <a:t>MOTOR DC + RUEDA (2)</a:t>
            </a:r>
          </a:p>
        </p:txBody>
      </p:sp>
    </p:spTree>
    <p:extLst>
      <p:ext uri="{BB962C8B-B14F-4D97-AF65-F5344CB8AC3E}">
        <p14:creationId xmlns:p14="http://schemas.microsoft.com/office/powerpoint/2010/main" val="2915019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3821F-632B-98F8-739A-A107F5EF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REQUERIMIENTOS DE ALIMENTACIÓN</a:t>
            </a:r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99A4C24F-0B21-539F-51A9-C74340FC4A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003298"/>
              </p:ext>
            </p:extLst>
          </p:nvPr>
        </p:nvGraphicFramePr>
        <p:xfrm>
          <a:off x="2049864" y="1867711"/>
          <a:ext cx="7726434" cy="4075893"/>
        </p:xfrm>
        <a:graphic>
          <a:graphicData uri="http://schemas.openxmlformats.org/drawingml/2006/table">
            <a:tbl>
              <a:tblPr/>
              <a:tblGrid>
                <a:gridCol w="2556331">
                  <a:extLst>
                    <a:ext uri="{9D8B030D-6E8A-4147-A177-3AD203B41FA5}">
                      <a16:colId xmlns:a16="http://schemas.microsoft.com/office/drawing/2014/main" val="2389227966"/>
                    </a:ext>
                  </a:extLst>
                </a:gridCol>
                <a:gridCol w="1168060">
                  <a:extLst>
                    <a:ext uri="{9D8B030D-6E8A-4147-A177-3AD203B41FA5}">
                      <a16:colId xmlns:a16="http://schemas.microsoft.com/office/drawing/2014/main" val="2397724497"/>
                    </a:ext>
                  </a:extLst>
                </a:gridCol>
                <a:gridCol w="1024446">
                  <a:extLst>
                    <a:ext uri="{9D8B030D-6E8A-4147-A177-3AD203B41FA5}">
                      <a16:colId xmlns:a16="http://schemas.microsoft.com/office/drawing/2014/main" val="354396991"/>
                    </a:ext>
                  </a:extLst>
                </a:gridCol>
                <a:gridCol w="871258">
                  <a:extLst>
                    <a:ext uri="{9D8B030D-6E8A-4147-A177-3AD203B41FA5}">
                      <a16:colId xmlns:a16="http://schemas.microsoft.com/office/drawing/2014/main" val="2637016751"/>
                    </a:ext>
                  </a:extLst>
                </a:gridCol>
                <a:gridCol w="1129764">
                  <a:extLst>
                    <a:ext uri="{9D8B030D-6E8A-4147-A177-3AD203B41FA5}">
                      <a16:colId xmlns:a16="http://schemas.microsoft.com/office/drawing/2014/main" val="3821377702"/>
                    </a:ext>
                  </a:extLst>
                </a:gridCol>
                <a:gridCol w="976575">
                  <a:extLst>
                    <a:ext uri="{9D8B030D-6E8A-4147-A177-3AD203B41FA5}">
                      <a16:colId xmlns:a16="http://schemas.microsoft.com/office/drawing/2014/main" val="279301997"/>
                    </a:ext>
                  </a:extLst>
                </a:gridCol>
              </a:tblGrid>
              <a:tr h="50948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Elemento</a:t>
                      </a:r>
                    </a:p>
                  </a:txBody>
                  <a:tcPr marL="48891" marR="488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31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Vin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31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Iin max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31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Vout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31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Iout max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31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datasheet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3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431094"/>
                  </a:ext>
                </a:extLst>
              </a:tr>
              <a:tr h="50948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ESP32</a:t>
                      </a:r>
                    </a:p>
                  </a:txBody>
                  <a:tcPr marL="48891" marR="488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5V, 3.3V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400mA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5V, 3.3V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40mA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 u="sng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hlinkClick r:id="rId2"/>
                        </a:rPr>
                        <a:t>[Link]</a:t>
                      </a:r>
                      <a:endParaRPr lang="es-AR" sz="1200" b="0" u="sng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037406"/>
                  </a:ext>
                </a:extLst>
              </a:tr>
              <a:tr h="25474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OV7670</a:t>
                      </a:r>
                    </a:p>
                  </a:txBody>
                  <a:tcPr marL="48891" marR="488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3.3V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45mA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 i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[</a:t>
                      </a:r>
                      <a:r>
                        <a:rPr lang="es-AR" sz="1200" b="0" i="0" u="sng">
                          <a:solidFill>
                            <a:srgbClr val="1155CC"/>
                          </a:solidFill>
                          <a:effectLst/>
                          <a:latin typeface="Roboto" panose="02000000000000000000" pitchFamily="2" charset="0"/>
                          <a:hlinkClick r:id="rId3"/>
                        </a:rPr>
                        <a:t>Link</a:t>
                      </a:r>
                      <a:r>
                        <a:rPr lang="es-AR" sz="1200" b="0" i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]</a:t>
                      </a:r>
                      <a:endParaRPr lang="es-AR" sz="1200" b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63651"/>
                  </a:ext>
                </a:extLst>
              </a:tr>
              <a:tr h="50948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NodeMCU D1 Mini</a:t>
                      </a:r>
                    </a:p>
                  </a:txBody>
                  <a:tcPr marL="48891" marR="488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3.3V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400mA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3.3V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40mA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 i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[</a:t>
                      </a:r>
                      <a:r>
                        <a:rPr lang="es-AR" sz="1200" b="0" i="0" u="sng">
                          <a:solidFill>
                            <a:srgbClr val="1155CC"/>
                          </a:solidFill>
                          <a:effectLst/>
                          <a:latin typeface="Roboto" panose="02000000000000000000" pitchFamily="2" charset="0"/>
                          <a:hlinkClick r:id="rId4"/>
                        </a:rPr>
                        <a:t>Link</a:t>
                      </a:r>
                      <a:r>
                        <a:rPr lang="es-AR" sz="1200" b="0" i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]</a:t>
                      </a:r>
                      <a:endParaRPr lang="es-AR" sz="1200" b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139033"/>
                  </a:ext>
                </a:extLst>
              </a:tr>
              <a:tr h="50948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L298N (logic)</a:t>
                      </a:r>
                    </a:p>
                  </a:txBody>
                  <a:tcPr marL="48891" marR="488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0mA - 36mA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 i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[</a:t>
                      </a:r>
                      <a:r>
                        <a:rPr lang="es-AR" sz="1200" b="0" i="0" u="sng">
                          <a:solidFill>
                            <a:srgbClr val="1155CC"/>
                          </a:solidFill>
                          <a:effectLst/>
                          <a:latin typeface="Roboto" panose="02000000000000000000" pitchFamily="2" charset="0"/>
                          <a:hlinkClick r:id="rId5"/>
                        </a:rPr>
                        <a:t>Link</a:t>
                      </a:r>
                      <a:r>
                        <a:rPr lang="es-AR" sz="1200" b="0" i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]</a:t>
                      </a:r>
                      <a:endParaRPr lang="es-AR" sz="1200" b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734329"/>
                  </a:ext>
                </a:extLst>
              </a:tr>
              <a:tr h="50948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L298N</a:t>
                      </a:r>
                    </a:p>
                  </a:txBody>
                  <a:tcPr marL="48891" marR="488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5V - 35V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5V - 35V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19300"/>
                  </a:ext>
                </a:extLst>
              </a:tr>
              <a:tr h="50948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Motor de continua</a:t>
                      </a:r>
                    </a:p>
                  </a:txBody>
                  <a:tcPr marL="48891" marR="488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3.3V - 6V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250mA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 u="sng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hlinkClick r:id="rId6"/>
                        </a:rPr>
                        <a:t>[Link]</a:t>
                      </a:r>
                      <a:endParaRPr lang="es-AR" sz="1200" b="0" u="sng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587199"/>
                  </a:ext>
                </a:extLst>
              </a:tr>
              <a:tr h="25474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Pilas AA</a:t>
                      </a:r>
                    </a:p>
                  </a:txBody>
                  <a:tcPr marL="48891" marR="488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1.5V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700mA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-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59825"/>
                  </a:ext>
                </a:extLst>
              </a:tr>
              <a:tr h="50948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AMS1117</a:t>
                      </a:r>
                    </a:p>
                  </a:txBody>
                  <a:tcPr marL="48891" marR="4889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6V - 12V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1,5A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3.3V - 12V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800mA</a:t>
                      </a: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AR" sz="1200" b="0" i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[</a:t>
                      </a:r>
                      <a:r>
                        <a:rPr lang="es-AR" sz="1200" b="0" i="0" u="sng" dirty="0">
                          <a:solidFill>
                            <a:srgbClr val="1155CC"/>
                          </a:solidFill>
                          <a:effectLst/>
                          <a:latin typeface="Roboto" panose="02000000000000000000" pitchFamily="2" charset="0"/>
                          <a:hlinkClick r:id="rId7"/>
                        </a:rPr>
                        <a:t>Link</a:t>
                      </a:r>
                      <a:r>
                        <a:rPr lang="es-AR" sz="1200" b="0" i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]</a:t>
                      </a:r>
                      <a:endParaRPr lang="es-AR" sz="1200" b="0" dirty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</a:endParaRPr>
                    </a:p>
                  </a:txBody>
                  <a:tcPr marL="48891" marR="48891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918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15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4F2D1-14C2-5E41-1044-15C40C4B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ESQUEMA GRÁFICO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D200EB-AFF2-8F7A-280C-A864E17FA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610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6A2CE-97BD-5981-FFAB-2C934A4B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2D313A-2D1B-558E-1B52-D48C1C31C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41241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CE9F7-D283-AD57-E9E3-E0BEEB3E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4E226E-055D-9BE6-57F1-3587D9D78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80337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AB0DF-2F44-A5AF-110E-7C8C99EA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972765"/>
            <a:ext cx="10632067" cy="1060518"/>
          </a:xfrm>
        </p:spPr>
        <p:txBody>
          <a:bodyPr/>
          <a:lstStyle/>
          <a:p>
            <a:r>
              <a:rPr lang="es-AR" dirty="0"/>
              <a:t>SOFTWARE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0EDCAF5A-A859-E5E6-264A-9205D0049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69" t="13168" r="7751" b="12865"/>
          <a:stretch>
            <a:fillRect/>
          </a:stretch>
        </p:blipFill>
        <p:spPr>
          <a:xfrm>
            <a:off x="1920909" y="2207537"/>
            <a:ext cx="8350181" cy="367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16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7848B5-E408-65D0-1C7B-4F5AECF1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184145"/>
            <a:ext cx="3623818" cy="1969566"/>
          </a:xfr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6600" dirty="0"/>
              <a:t>SISTEMA </a:t>
            </a:r>
            <a:br>
              <a:rPr lang="en-US" sz="6600" dirty="0"/>
            </a:br>
            <a:r>
              <a:rPr lang="en-US" sz="6600" dirty="0"/>
              <a:t>WEB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uadroTexto 4">
            <a:extLst>
              <a:ext uri="{FF2B5EF4-FFF2-40B4-BE49-F238E27FC236}">
                <a16:creationId xmlns:a16="http://schemas.microsoft.com/office/drawing/2014/main" id="{FA61216B-72B7-68E6-D4E4-B95FA11A60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3092094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2841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4E9A7-8E52-803A-FA6D-3E6F9700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AVANCE CRONOLÓGICO DE </a:t>
            </a:r>
            <a:r>
              <a:rPr lang="es-AR"/>
              <a:t> </a:t>
            </a:r>
            <a:r>
              <a:rPr lang="es-AR" dirty="0"/>
              <a:t>TAREAS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A2EFA6-9DF1-D9CA-3380-CAB6994E6A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8" y="2720025"/>
            <a:ext cx="10691812" cy="274509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727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F5F2A-D9EC-C6A5-8097-061BBA19A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826" y="2665379"/>
            <a:ext cx="6218347" cy="758757"/>
          </a:xfrm>
        </p:spPr>
        <p:txBody>
          <a:bodyPr>
            <a:noAutofit/>
          </a:bodyPr>
          <a:lstStyle/>
          <a:p>
            <a:r>
              <a:rPr lang="es-AR" sz="6000" b="1" dirty="0">
                <a:solidFill>
                  <a:srgbClr val="960000"/>
                </a:solidFill>
              </a:rPr>
              <a:t>MUCHAS Gracias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4062D00-5FC2-E952-7B9F-5ED03D6F2467}"/>
              </a:ext>
            </a:extLst>
          </p:cNvPr>
          <p:cNvSpPr txBox="1"/>
          <p:nvPr/>
        </p:nvSpPr>
        <p:spPr>
          <a:xfrm>
            <a:off x="4533493" y="3521414"/>
            <a:ext cx="3125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POR SU ATENCIÓN</a:t>
            </a:r>
          </a:p>
        </p:txBody>
      </p:sp>
    </p:spTree>
    <p:extLst>
      <p:ext uri="{BB962C8B-B14F-4D97-AF65-F5344CB8AC3E}">
        <p14:creationId xmlns:p14="http://schemas.microsoft.com/office/powerpoint/2010/main" val="378941527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46A6C1E0BAACA4BA8F8CF2C8BC6D411" ma:contentTypeVersion="6" ma:contentTypeDescription="Crear nuevo documento." ma:contentTypeScope="" ma:versionID="db2af8e14fe031a73eca40de4fb6033d">
  <xsd:schema xmlns:xsd="http://www.w3.org/2001/XMLSchema" xmlns:xs="http://www.w3.org/2001/XMLSchema" xmlns:p="http://schemas.microsoft.com/office/2006/metadata/properties" xmlns:ns3="8fde25c2-1644-44ef-ab59-4bf7219bc5a0" targetNamespace="http://schemas.microsoft.com/office/2006/metadata/properties" ma:root="true" ma:fieldsID="4b095549a406cc035dd2bcb64d274f19" ns3:_="">
    <xsd:import namespace="8fde25c2-1644-44ef-ab59-4bf7219bc5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de25c2-1644-44ef-ab59-4bf7219bc5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fde25c2-1644-44ef-ab59-4bf7219bc5a0" xsi:nil="true"/>
  </documentManagement>
</p:properties>
</file>

<file path=customXml/itemProps1.xml><?xml version="1.0" encoding="utf-8"?>
<ds:datastoreItem xmlns:ds="http://schemas.openxmlformats.org/officeDocument/2006/customXml" ds:itemID="{68B96894-D9A8-4B41-94BB-398D740C79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de25c2-1644-44ef-ab59-4bf7219bc5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12540E-6921-427B-9EBA-79E5F711F8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767C18-1834-4504-9935-24A2E0F2A096}">
  <ds:schemaRefs>
    <ds:schemaRef ds:uri="http://purl.org/dc/dcmitype/"/>
    <ds:schemaRef ds:uri="8fde25c2-1644-44ef-ab59-4bf7219bc5a0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2053</TotalTime>
  <Words>366</Words>
  <Application>Microsoft Office PowerPoint</Application>
  <PresentationFormat>Panorámica</PresentationFormat>
  <Paragraphs>93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Calisto MT</vt:lpstr>
      <vt:lpstr>Roboto</vt:lpstr>
      <vt:lpstr>Univers Condensed</vt:lpstr>
      <vt:lpstr>ChronicleVTI</vt:lpstr>
      <vt:lpstr>Taller de Proyecto II</vt:lpstr>
      <vt:lpstr>OBJETIVO GENERAL</vt:lpstr>
      <vt:lpstr>Funcionalidad y requerimientos</vt:lpstr>
      <vt:lpstr>PARTES DE HARDWARE</vt:lpstr>
      <vt:lpstr>REQUERIMIENTOS DE ALIMENTACIÓN</vt:lpstr>
      <vt:lpstr>ESQUEMA GRÁFICO</vt:lpstr>
      <vt:lpstr>Presentación de PowerPoint</vt:lpstr>
      <vt:lpstr>Presentación de PowerPoint</vt:lpstr>
      <vt:lpstr>SOFTWARE</vt:lpstr>
      <vt:lpstr>SISTEMA  WEB</vt:lpstr>
      <vt:lpstr>AVANCE CRONOLÓGICO DE  TAREAS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Melina Caciani Toniolo</dc:creator>
  <cp:lastModifiedBy>Melina Caciani Toniolo</cp:lastModifiedBy>
  <cp:revision>5</cp:revision>
  <dcterms:created xsi:type="dcterms:W3CDTF">2025-09-11T15:08:58Z</dcterms:created>
  <dcterms:modified xsi:type="dcterms:W3CDTF">2025-09-13T02:13:34Z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0x010100346A6C1E0BAACA4BA8F8CF2C8BC6D411</vt:lpwstr>
  </property>
</Properties>
</file>