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Z53U5bhiJxs6Mbx7Nb/cWqCbb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5f0c57bf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75f0c57bf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5f0c57b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75f0c57b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5f0c57bf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75f0c57bf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Tiene impresion 3D, y puede tardar. Hay que verificar el encastre mecánico.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c0998c8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1c0998c8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Tiene impresion 3D, y puede tardar. Hay que verificar el encastre mecánico.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45fef46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645fef46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45fef469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645fef469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7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8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" name="Google Shape;21;p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1" name="Google Shape;31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1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6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youtu.be/EqQ8qHAuGS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instructables.com/ESP32-CAM-Person-Detection-Expreiment-With-TensorF/" TargetMode="External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youtu.be/EqQ8qHAuGSI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://www.youtube.com/watch?v=EqQ8qHAuGSI" TargetMode="External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578625" y="1167533"/>
            <a:ext cx="82221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 txBox="1"/>
          <p:nvPr>
            <p:ph type="ctrTitle"/>
          </p:nvPr>
        </p:nvSpPr>
        <p:spPr>
          <a:xfrm>
            <a:off x="578625" y="1167525"/>
            <a:ext cx="3860100" cy="217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Taller de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Proyecto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II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2025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25604" l="38351" r="0" t="-8979"/>
          <a:stretch/>
        </p:blipFill>
        <p:spPr>
          <a:xfrm>
            <a:off x="0" y="25159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572000" y="1492325"/>
            <a:ext cx="45720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b="0" i="0" lang="e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A.1</a:t>
            </a: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Auto con camara externa y medición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A.2 Hologram Fan reloj horario con led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A.3 Ring de amazon - Apertura para Cerradura IOT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A.4 Reconocimiento de gesto estático - Tensorflow Lite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A5: ESP32 con OTA WEB con BLE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Video de explicación</a:t>
            </a: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s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https://youtu.be/EqQ8qHAuGSI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275f0c57bfd_0_153"/>
          <p:cNvPicPr preferRelativeResize="0"/>
          <p:nvPr/>
        </p:nvPicPr>
        <p:blipFill rotWithShape="1">
          <a:blip r:embed="rId3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94" name="Google Shape;94;g275f0c57bfd_0_153"/>
          <p:cNvSpPr txBox="1"/>
          <p:nvPr>
            <p:ph type="title"/>
          </p:nvPr>
        </p:nvSpPr>
        <p:spPr>
          <a:xfrm>
            <a:off x="167800" y="273925"/>
            <a:ext cx="90120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A.1. Auto con camara externa y medición.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95" name="Google Shape;95;g275f0c57bfd_0_153"/>
          <p:cNvPicPr preferRelativeResize="0"/>
          <p:nvPr/>
        </p:nvPicPr>
        <p:blipFill rotWithShape="1">
          <a:blip r:embed="rId4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275f0c57bfd_0_153"/>
          <p:cNvSpPr txBox="1"/>
          <p:nvPr>
            <p:ph idx="1" type="body"/>
          </p:nvPr>
        </p:nvSpPr>
        <p:spPr>
          <a:xfrm>
            <a:off x="29775" y="1083575"/>
            <a:ext cx="8520600" cy="41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Armado de un robot con 1 webCam a bordo que se encargue de capturar las imágenes o en video y una externa al </a:t>
            </a:r>
            <a:r>
              <a:rPr lang="es" sz="1300"/>
              <a:t>vehículo</a:t>
            </a:r>
            <a:r>
              <a:rPr lang="es" sz="1300"/>
              <a:t>, pudiendo procesar el contenido con OpenCv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El objetivo es recorrer el aula con el robot, y que se logre medir las distancias de los elementos dentro de ella (al menos de 1 completo).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Armar una interfaz, con los datos propuestos en la imagen. 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Agregarle los tiempos de reacción,  para no colisionar.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Realizar un análisis y experimentos que demuestran: 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 sz="1300"/>
              <a:t>Tiempo de respuesta de las mediciones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 sz="1300"/>
              <a:t>Intentar no colisionar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 sz="1300"/>
              <a:t>Realizar una comparación de las distancias de colisión, y si detecta</a:t>
            </a:r>
            <a:endParaRPr sz="13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300"/>
              <a:t>el objeto, en el caso que la cámara se encuentre dentro del robot.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" sz="1300"/>
              <a:t>Distancia mínima y máxima necesaria para ejecutar la medición y poder</a:t>
            </a:r>
            <a:endParaRPr sz="13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300"/>
              <a:t>realizar un movimiento</a:t>
            </a:r>
            <a:r>
              <a:rPr lang="es" sz="1300"/>
              <a:t>.</a:t>
            </a:r>
            <a:endParaRPr sz="13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</p:txBody>
      </p:sp>
      <p:cxnSp>
        <p:nvCxnSpPr>
          <p:cNvPr id="97" name="Google Shape;97;g275f0c57bfd_0_153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98" name="Google Shape;98;g275f0c57bfd_0_153"/>
          <p:cNvPicPr preferRelativeResize="0"/>
          <p:nvPr/>
        </p:nvPicPr>
        <p:blipFill rotWithShape="1">
          <a:blip r:embed="rId5">
            <a:alphaModFix/>
          </a:blip>
          <a:srcRect b="6181" l="0" r="6181" t="0"/>
          <a:stretch/>
        </p:blipFill>
        <p:spPr>
          <a:xfrm>
            <a:off x="6416350" y="2758225"/>
            <a:ext cx="2661650" cy="199089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75f0c57bfd_0_153"/>
          <p:cNvSpPr txBox="1"/>
          <p:nvPr/>
        </p:nvSpPr>
        <p:spPr>
          <a:xfrm>
            <a:off x="-2177650" y="0"/>
            <a:ext cx="1942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75f0c57bfd_0_32"/>
          <p:cNvPicPr preferRelativeResize="0"/>
          <p:nvPr/>
        </p:nvPicPr>
        <p:blipFill rotWithShape="1">
          <a:blip r:embed="rId3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105" name="Google Shape;105;g275f0c57bfd_0_32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A.2 Hologram Fan reloj horario con led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06" name="Google Shape;106;g275f0c57bfd_0_32"/>
          <p:cNvPicPr preferRelativeResize="0"/>
          <p:nvPr/>
        </p:nvPicPr>
        <p:blipFill rotWithShape="1">
          <a:blip r:embed="rId4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75f0c57bfd_0_32"/>
          <p:cNvSpPr txBox="1"/>
          <p:nvPr>
            <p:ph idx="1" type="body"/>
          </p:nvPr>
        </p:nvSpPr>
        <p:spPr>
          <a:xfrm>
            <a:off x="29775" y="1083575"/>
            <a:ext cx="66948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Construir un Holograma casero, que refleje las horas y que pueda ser configurado desde una interfaz Web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Montar toda la infraestructura correspondiente para poder visualizar el Holograma.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Realizar un análisis de cómo podemos hacer los tagueos de las vueltas del eje, y como este trabaja con la sincronización de las luces. Qué elementos físicos debemos tener en cuenta para poder visualizar a velocidad el reloj correspondiente.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Construir una interfaz que se pueda: 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s" sz="1500">
                <a:solidFill>
                  <a:srgbClr val="000000"/>
                </a:solidFill>
              </a:rPr>
              <a:t>Corregir y visualizar la misma hora que se ve en el holograma.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s" sz="1500">
                <a:solidFill>
                  <a:srgbClr val="000000"/>
                </a:solidFill>
              </a:rPr>
              <a:t>Contador de los tagueos realizados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s" sz="1500">
                <a:solidFill>
                  <a:srgbClr val="000000"/>
                </a:solidFill>
              </a:rPr>
              <a:t>Velocidad de giro del eje</a:t>
            </a:r>
            <a:endParaRPr sz="15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1300">
                <a:solidFill>
                  <a:srgbClr val="000000"/>
                </a:solidFill>
              </a:rPr>
              <a:t>Link referencia: https://www.youtube.com/watch?v=tT8ziqFcU-Q</a:t>
            </a:r>
            <a:endParaRPr b="1" sz="13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  <p:cxnSp>
        <p:nvCxnSpPr>
          <p:cNvPr id="108" name="Google Shape;108;g275f0c57bfd_0_32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9" name="Google Shape;109;g275f0c57bfd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2423" y="1375525"/>
            <a:ext cx="1942476" cy="17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75f0c57bfd_0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2425" y="1842200"/>
            <a:ext cx="2511573" cy="20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75f0c57bfd_0_66"/>
          <p:cNvPicPr preferRelativeResize="0"/>
          <p:nvPr/>
        </p:nvPicPr>
        <p:blipFill rotWithShape="1">
          <a:blip r:embed="rId3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116" name="Google Shape;116;g275f0c57bfd_0_66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A.3 Ring de amazon - Cerradura IOT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17" name="Google Shape;117;g275f0c57bfd_0_66"/>
          <p:cNvPicPr preferRelativeResize="0"/>
          <p:nvPr/>
        </p:nvPicPr>
        <p:blipFill rotWithShape="1">
          <a:blip r:embed="rId4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75f0c57bfd_0_66"/>
          <p:cNvSpPr txBox="1"/>
          <p:nvPr>
            <p:ph idx="1" type="body"/>
          </p:nvPr>
        </p:nvSpPr>
        <p:spPr>
          <a:xfrm>
            <a:off x="29775" y="1270700"/>
            <a:ext cx="7704600" cy="3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Construir un producto tipo “Ring de amazon” a partir de un ESP32. </a:t>
            </a:r>
            <a:endParaRPr sz="1700"/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Montar toda la infraestructura para poder montar un modelo de reconocedor facial, y que realice la apertura de una cerradura IOT.</a:t>
            </a:r>
            <a:endParaRPr sz="1700"/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Construir una interfaz que haga la carga de imágenes o caras a reconocer. En el mismo debemos poder:</a:t>
            </a:r>
            <a:endParaRPr sz="1700"/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s" sz="1700"/>
              <a:t>Analizar tiempos de ejecución en el reconocimiento, entendiendo que ocurre dentro del mismo ESP32</a:t>
            </a:r>
            <a:endParaRPr sz="1700"/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s" sz="1700"/>
              <a:t>La comunicación entre el ESP32 y la interfaz debe ser por MQTT.</a:t>
            </a:r>
            <a:endParaRPr sz="17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1200"/>
              <a:t>Link de referencia</a:t>
            </a:r>
            <a:r>
              <a:rPr lang="es" sz="1200"/>
              <a:t>: </a:t>
            </a:r>
            <a:r>
              <a:rPr lang="es" sz="1200" u="sng">
                <a:solidFill>
                  <a:schemeClr val="hlink"/>
                </a:solidFill>
                <a:hlinkClick r:id="rId5"/>
              </a:rPr>
              <a:t>https://www.instructables.com/ESP32-CAM-Person-Detection-Expreiment-With-TensorF/</a:t>
            </a:r>
            <a:endParaRPr sz="12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cxnSp>
        <p:nvCxnSpPr>
          <p:cNvPr id="119" name="Google Shape;119;g275f0c57bfd_0_66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20" name="Google Shape;120;g275f0c57bfd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4375" y="2069987"/>
            <a:ext cx="1860874" cy="186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21c0998c8e5_0_4"/>
          <p:cNvPicPr preferRelativeResize="0"/>
          <p:nvPr/>
        </p:nvPicPr>
        <p:blipFill rotWithShape="1">
          <a:blip r:embed="rId3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21c0998c8e5_0_4"/>
          <p:cNvPicPr preferRelativeResize="0"/>
          <p:nvPr/>
        </p:nvPicPr>
        <p:blipFill rotWithShape="1">
          <a:blip r:embed="rId4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127" name="Google Shape;127;g21c0998c8e5_0_4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A4. Reconocimiento de gesto estático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8" name="Google Shape;128;g21c0998c8e5_0_4"/>
          <p:cNvSpPr txBox="1"/>
          <p:nvPr>
            <p:ph idx="1" type="body"/>
          </p:nvPr>
        </p:nvSpPr>
        <p:spPr>
          <a:xfrm>
            <a:off x="73825" y="1137350"/>
            <a:ext cx="7231800" cy="3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Se busca desarrollar con TensorFlow Lite y un ESP32 con CAM, un sistema que pueda imitar los movimientos de los dedos de una mano humana en un brazo robótico. El sistema debe ser capaz de: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Implementar el modelo de detección de palmas de (MediaPipe Google)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Dibujar los 21 puntos sobre la imagen transmitida por el servidor web del esp32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Visualizar la cantidad de FPS obtenidos y trabajar con la optimización del mismo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Realizar la detección de Mano abierta (Palma), Puño cerrado, Gesto de "OK", Dedo índice apuntando, Fondo (no hay mano)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900"/>
          </a:p>
        </p:txBody>
      </p:sp>
      <p:cxnSp>
        <p:nvCxnSpPr>
          <p:cNvPr id="129" name="Google Shape;129;g21c0998c8e5_0_4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30" name="Google Shape;130;g21c0998c8e5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3650" y="2074775"/>
            <a:ext cx="3257549" cy="18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645fef4699_0_0"/>
          <p:cNvPicPr preferRelativeResize="0"/>
          <p:nvPr/>
        </p:nvPicPr>
        <p:blipFill rotWithShape="1">
          <a:blip r:embed="rId3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136" name="Google Shape;136;g3645fef4699_0_0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A5: ESP32 con OTA WEB con 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37" name="Google Shape;137;g3645fef4699_0_0"/>
          <p:cNvPicPr preferRelativeResize="0"/>
          <p:nvPr/>
        </p:nvPicPr>
        <p:blipFill rotWithShape="1">
          <a:blip r:embed="rId4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645fef4699_0_0"/>
          <p:cNvSpPr txBox="1"/>
          <p:nvPr>
            <p:ph idx="1" type="body"/>
          </p:nvPr>
        </p:nvSpPr>
        <p:spPr>
          <a:xfrm>
            <a:off x="311700" y="1146875"/>
            <a:ext cx="8520600" cy="3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OTA es un protocolo para la actualización de software de manera remota. En este caso, la idea del proyecto es armar un Server desde el ESP32 que se pueda:</a:t>
            </a:r>
            <a:endParaRPr sz="1400"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Armar 2 endpoints en el ESP32: </a:t>
            </a:r>
            <a:r>
              <a:rPr i="1" lang="es" sz="1400"/>
              <a:t>/versión</a:t>
            </a:r>
            <a:r>
              <a:rPr lang="es" sz="1400"/>
              <a:t> para saber qué versión tiene </a:t>
            </a:r>
            <a:r>
              <a:rPr i="1" lang="es" sz="1400"/>
              <a:t>deployado</a:t>
            </a:r>
            <a:r>
              <a:rPr lang="es" sz="1400"/>
              <a:t> el ESP32; </a:t>
            </a:r>
            <a:r>
              <a:rPr i="1" lang="es" sz="1400"/>
              <a:t>Conexion por BLE</a:t>
            </a:r>
            <a:r>
              <a:rPr lang="es" sz="1400"/>
              <a:t> para realizar la carga del archivo binario con el código nuevo. El pin 14 tiene un led asociado, que se puede cambia el ritmo de parpadeo y validar dicho cambio.</a:t>
            </a:r>
            <a:endParaRPr sz="14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400"/>
              <a:t>Montar una interfaz que permita cargar un .bin y enviarlo al microcontrolador.</a:t>
            </a:r>
            <a:r>
              <a:rPr lang="es" sz="1600"/>
              <a:t> 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400"/>
              <a:t>Realizar un manejador de errores para que, en caso de falla la transmisión o corte del BLE, podamos regresar a la versión actual del sistema, o entender cómo se </a:t>
            </a:r>
            <a:r>
              <a:rPr lang="es" sz="1400"/>
              <a:t>podría</a:t>
            </a:r>
            <a:r>
              <a:rPr lang="es" sz="1400"/>
              <a:t> actualizar dicho sistema. </a:t>
            </a:r>
            <a:endParaRPr sz="1400"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Link de referencia</a:t>
            </a:r>
            <a:r>
              <a:rPr lang="es" sz="1200"/>
              <a:t>: </a:t>
            </a:r>
            <a:r>
              <a:rPr lang="es" sz="1200"/>
              <a:t>https://learn.sparkfun.com/tutorials/esp32-ota-updates-over-ble-from-a-react-web-application/all</a:t>
            </a:r>
            <a:endParaRPr sz="12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39" name="Google Shape;139;g3645fef4699_0_0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645fef4699_0_102"/>
          <p:cNvPicPr preferRelativeResize="0"/>
          <p:nvPr/>
        </p:nvPicPr>
        <p:blipFill rotWithShape="1">
          <a:blip r:embed="rId3">
            <a:alphaModFix amt="25000"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58999" stPos="0" sy="-100000" ky="0"/>
          </a:effectLst>
        </p:spPr>
      </p:pic>
      <p:sp>
        <p:nvSpPr>
          <p:cNvPr id="145" name="Google Shape;145;g3645fef4699_0_102"/>
          <p:cNvSpPr txBox="1"/>
          <p:nvPr>
            <p:ph type="title"/>
          </p:nvPr>
        </p:nvSpPr>
        <p:spPr>
          <a:xfrm>
            <a:off x="311700" y="3338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Video de explicación - </a:t>
            </a:r>
            <a:r>
              <a:rPr lang="es" sz="2600" u="sng">
                <a:solidFill>
                  <a:schemeClr val="hlink"/>
                </a:solidFill>
                <a:hlinkClick r:id="rId4"/>
              </a:rPr>
              <a:t>https://youtu.be/EqQ8qHAuGSI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600"/>
          </a:p>
        </p:txBody>
      </p:sp>
      <p:pic>
        <p:nvPicPr>
          <p:cNvPr id="146" name="Google Shape;146;g3645fef4699_0_102"/>
          <p:cNvPicPr preferRelativeResize="0"/>
          <p:nvPr/>
        </p:nvPicPr>
        <p:blipFill rotWithShape="1">
          <a:blip r:embed="rId5">
            <a:alphaModFix/>
          </a:blip>
          <a:srcRect b="25604" l="38351" r="0" t="-8979"/>
          <a:stretch/>
        </p:blipFill>
        <p:spPr>
          <a:xfrm>
            <a:off x="29775" y="2236150"/>
            <a:ext cx="4800598" cy="2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645fef4699_0_102"/>
          <p:cNvSpPr txBox="1"/>
          <p:nvPr>
            <p:ph idx="1" type="body"/>
          </p:nvPr>
        </p:nvSpPr>
        <p:spPr>
          <a:xfrm>
            <a:off x="311700" y="1146875"/>
            <a:ext cx="8520600" cy="3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48" name="Google Shape;148;g3645fef4699_0_102"/>
          <p:cNvCxnSpPr/>
          <p:nvPr/>
        </p:nvCxnSpPr>
        <p:spPr>
          <a:xfrm>
            <a:off x="-11900" y="1071575"/>
            <a:ext cx="9191700" cy="1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descr="A.1. Auto con camara externa y medición (https://youtu.be/EqQ8qHAuGSI?t=11)&#10;A.2 Hologram Fan reloj horario con led (https://youtu.be/EqQ8qHAuGSI?t=164)&#10;A.3 Ring de amazon - Apertura para Cerradura IOT (https://youtu.be/EqQ8qHAuGSI?t=302)&#10;A.4 Reconocimiento de gesto estático - Tensorflow Lite (https://youtu.be/EqQ8qHAuGSI?t=479)&#10;A5: ESP32 con OTA WEB con BLE (https://youtu.be/EqQ8qHAuGSI?t=701)" id="149" name="Google Shape;149;g3645fef4699_0_102" title="TP2  2025 - Proyectos A x - Presentación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225" y="1071575"/>
            <a:ext cx="7238983" cy="40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